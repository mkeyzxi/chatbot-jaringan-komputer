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8" r:id="rId4"/>
    <p:sldId id="259" r:id="rId5"/>
    <p:sldId id="270" r:id="rId6"/>
    <p:sldId id="260" r:id="rId7"/>
    <p:sldId id="261" r:id="rId8"/>
    <p:sldId id="262" r:id="rId9"/>
    <p:sldId id="263" r:id="rId10"/>
    <p:sldId id="264" r:id="rId11"/>
    <p:sldId id="265" r:id="rId12"/>
    <p:sldId id="268" r:id="rId13"/>
    <p:sldId id="269" r:id="rId14"/>
    <p:sldId id="266" r:id="rId15"/>
    <p:sldId id="267" r:id="rId1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17" d="100"/>
          <a:sy n="117" d="100"/>
        </p:scale>
        <p:origin x="232" y="16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p:nvSpPr>
        <p:spPr>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nvGrpSpPr>
          <p:cNvPr id="7" name="Group 6">
            <a:extLst>
              <a:ext uri="{FF2B5EF4-FFF2-40B4-BE49-F238E27FC236}">
                <a16:creationId xmlns:a16="http://schemas.microsoft.com/office/drawing/2014/main" id="{4CA15AFD-4983-47DD-9ED0-D3B27E5A096F}"/>
              </a:ext>
            </a:extLst>
          </p:cNvPr>
          <p:cNvGrpSpPr/>
          <p:nvPr/>
        </p:nvGrpSpPr>
        <p:grpSpPr>
          <a:xfrm>
            <a:off x="-1203532" y="-3756"/>
            <a:ext cx="10347533"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071116" y="2395728"/>
            <a:ext cx="5308092" cy="1243584"/>
          </a:xfrm>
        </p:spPr>
        <p:txBody>
          <a:bodyPr vert="horz" lIns="91440" tIns="45720" rIns="91440" bIns="45720" rtlCol="0" anchor="b">
            <a:noAutofit/>
          </a:bodyPr>
          <a:lstStyle>
            <a:lvl1pPr>
              <a:defRPr lang="en-GB" sz="495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071116" y="3721608"/>
            <a:ext cx="5308092" cy="868680"/>
          </a:xfrm>
        </p:spPr>
        <p:txBody>
          <a:bodyPr vert="horz" lIns="91440" tIns="45720" rIns="91440" bIns="45720" rtlCol="0">
            <a:normAutofit/>
          </a:bodyPr>
          <a:lstStyle>
            <a:lvl1pPr marL="0" indent="0">
              <a:buNone/>
              <a:defRPr lang="en-GB" sz="1350" spc="225" dirty="0">
                <a:solidFill>
                  <a:schemeClr val="bg1"/>
                </a:solidFill>
                <a:latin typeface="+mn-lt"/>
                <a:cs typeface="Arial" panose="020B0604020202020204" pitchFamily="34" charset="0"/>
              </a:defRPr>
            </a:lvl1pPr>
          </a:lstStyle>
          <a:p>
            <a:pPr marL="171450" lvl="0" indent="-171450"/>
            <a:r>
              <a:rPr lang="en-US" noProof="0"/>
              <a:t>Click to edit Master subtitle style</a:t>
            </a:r>
          </a:p>
        </p:txBody>
      </p:sp>
    </p:spTree>
    <p:extLst>
      <p:ext uri="{BB962C8B-B14F-4D97-AF65-F5344CB8AC3E}">
        <p14:creationId xmlns:p14="http://schemas.microsoft.com/office/powerpoint/2010/main" val="1581199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p:nvSpPr>
        <p:spPr>
          <a:xfrm>
            <a:off x="0" y="0"/>
            <a:ext cx="9144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01FEB333-94B4-4E53-9019-D584810903BB}"/>
              </a:ext>
            </a:extLst>
          </p:cNvPr>
          <p:cNvSpPr/>
          <p:nvPr/>
        </p:nvSpPr>
        <p:spPr>
          <a:xfrm>
            <a:off x="0" y="1"/>
            <a:ext cx="9144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9" name="Freeform: Shape 8">
            <a:extLst>
              <a:ext uri="{FF2B5EF4-FFF2-40B4-BE49-F238E27FC236}">
                <a16:creationId xmlns:a16="http://schemas.microsoft.com/office/drawing/2014/main" id="{A59B9489-0CD9-4DB7-AC82-6E7867F91403}"/>
              </a:ext>
            </a:extLst>
          </p:cNvPr>
          <p:cNvSpPr/>
          <p:nvPr/>
        </p:nvSpPr>
        <p:spPr>
          <a:xfrm rot="16200000" flipV="1">
            <a:off x="1112261" y="-1112261"/>
            <a:ext cx="6862743" cy="9087265"/>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Right Triangle 9">
            <a:extLst>
              <a:ext uri="{FF2B5EF4-FFF2-40B4-BE49-F238E27FC236}">
                <a16:creationId xmlns:a16="http://schemas.microsoft.com/office/drawing/2014/main" id="{A55D1C76-C591-4FA5-9780-87AB6B37C0FA}"/>
              </a:ext>
            </a:extLst>
          </p:cNvPr>
          <p:cNvSpPr/>
          <p:nvPr/>
        </p:nvSpPr>
        <p:spPr>
          <a:xfrm rot="5400000" flipV="1">
            <a:off x="3597488" y="782783"/>
            <a:ext cx="6326154" cy="476059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1" name="Freeform: Shape 10">
            <a:extLst>
              <a:ext uri="{FF2B5EF4-FFF2-40B4-BE49-F238E27FC236}">
                <a16:creationId xmlns:a16="http://schemas.microsoft.com/office/drawing/2014/main" id="{A7DC1D12-670F-4235-8791-FA8C2B330871}"/>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2" name="Freeform: Shape 11">
            <a:extLst>
              <a:ext uri="{FF2B5EF4-FFF2-40B4-BE49-F238E27FC236}">
                <a16:creationId xmlns:a16="http://schemas.microsoft.com/office/drawing/2014/main" id="{859569CF-FDAC-47C4-A0F5-296F7117C398}"/>
              </a:ext>
            </a:extLst>
          </p:cNvPr>
          <p:cNvSpPr/>
          <p:nvPr/>
        </p:nvSpPr>
        <p:spPr>
          <a:xfrm rot="2700000">
            <a:off x="6700970" y="2066798"/>
            <a:ext cx="4406148" cy="397442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3" name="Freeform: Shape 12">
            <a:extLst>
              <a:ext uri="{FF2B5EF4-FFF2-40B4-BE49-F238E27FC236}">
                <a16:creationId xmlns:a16="http://schemas.microsoft.com/office/drawing/2014/main" id="{D68D0C72-2B2C-4C85-A091-157853C71784}"/>
              </a:ext>
            </a:extLst>
          </p:cNvPr>
          <p:cNvSpPr/>
          <p:nvPr/>
        </p:nvSpPr>
        <p:spPr>
          <a:xfrm rot="8100000" flipH="1">
            <a:off x="7187681" y="1088097"/>
            <a:ext cx="3804135"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4" name="Freeform: Shape 13">
            <a:extLst>
              <a:ext uri="{FF2B5EF4-FFF2-40B4-BE49-F238E27FC236}">
                <a16:creationId xmlns:a16="http://schemas.microsoft.com/office/drawing/2014/main" id="{8E25334A-5FE3-4DDA-8D32-4796CCFCAA74}"/>
              </a:ext>
            </a:extLst>
          </p:cNvPr>
          <p:cNvSpPr/>
          <p:nvPr/>
        </p:nvSpPr>
        <p:spPr>
          <a:xfrm rot="2700000">
            <a:off x="8469217" y="5885197"/>
            <a:ext cx="877778" cy="1316667"/>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5" name="Freeform: Shape 14">
            <a:extLst>
              <a:ext uri="{FF2B5EF4-FFF2-40B4-BE49-F238E27FC236}">
                <a16:creationId xmlns:a16="http://schemas.microsoft.com/office/drawing/2014/main" id="{18818DF1-D7FD-4C0F-875D-7A07E8F75C06}"/>
              </a:ext>
            </a:extLst>
          </p:cNvPr>
          <p:cNvSpPr/>
          <p:nvPr/>
        </p:nvSpPr>
        <p:spPr>
          <a:xfrm rot="8100000" flipH="1">
            <a:off x="7936699" y="5841410"/>
            <a:ext cx="1779261"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grpSp>
        <p:nvGrpSpPr>
          <p:cNvPr id="16" name="Group 15">
            <a:extLst>
              <a:ext uri="{FF2B5EF4-FFF2-40B4-BE49-F238E27FC236}">
                <a16:creationId xmlns:a16="http://schemas.microsoft.com/office/drawing/2014/main" id="{8F9BB384-9E14-4CEA-82C1-21837229D3EF}"/>
              </a:ext>
            </a:extLst>
          </p:cNvPr>
          <p:cNvGrpSpPr/>
          <p:nvPr/>
        </p:nvGrpSpPr>
        <p:grpSpPr>
          <a:xfrm rot="16200000">
            <a:off x="132239" y="-689051"/>
            <a:ext cx="1532001" cy="1369847"/>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19" name="Group 18">
            <a:extLst>
              <a:ext uri="{FF2B5EF4-FFF2-40B4-BE49-F238E27FC236}">
                <a16:creationId xmlns:a16="http://schemas.microsoft.com/office/drawing/2014/main" id="{2772239B-C46D-4458-BB4B-DDB12FAB0172}"/>
              </a:ext>
            </a:extLst>
          </p:cNvPr>
          <p:cNvGrpSpPr/>
          <p:nvPr/>
        </p:nvGrpSpPr>
        <p:grpSpPr>
          <a:xfrm rot="16200000">
            <a:off x="1392345" y="-373940"/>
            <a:ext cx="818398" cy="73962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623888" y="4754880"/>
            <a:ext cx="5102352" cy="365760"/>
          </a:xfrm>
        </p:spPr>
        <p:txBody>
          <a:bodyPr vert="horz" lIns="91440" tIns="45720" rIns="91440" bIns="45720" rtlCol="0">
            <a:normAutofit/>
          </a:bodyPr>
          <a:lstStyle>
            <a:lvl1pPr marL="0" indent="0">
              <a:buNone/>
              <a:defRPr lang="en-US" sz="1200" spc="225">
                <a:solidFill>
                  <a:schemeClr val="accent1">
                    <a:lumMod val="20000"/>
                    <a:lumOff val="80000"/>
                  </a:schemeClr>
                </a:solidFill>
                <a:latin typeface="+mn-lt"/>
                <a:cs typeface="Arial" panose="020B0604020202020204" pitchFamily="34" charset="0"/>
              </a:defRPr>
            </a:lvl1pPr>
          </a:lstStyle>
          <a:p>
            <a:pPr marL="171450" lvl="0" indent="-17145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624078" y="3886201"/>
            <a:ext cx="5836158" cy="859055"/>
          </a:xfrm>
        </p:spPr>
        <p:txBody>
          <a:bodyPr vert="horz" lIns="91440" tIns="45720" rIns="91440" bIns="45720" rtlCol="0" anchor="b">
            <a:normAutofit/>
          </a:bodyPr>
          <a:lstStyle>
            <a:lvl1pPr>
              <a:defRPr lang="en-GB" sz="405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915338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p:nvSpPr>
        <p:spPr>
          <a:xfrm>
            <a:off x="0" y="0"/>
            <a:ext cx="9144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34" name="Freeform: Shape 33">
            <a:extLst>
              <a:ext uri="{FF2B5EF4-FFF2-40B4-BE49-F238E27FC236}">
                <a16:creationId xmlns:a16="http://schemas.microsoft.com/office/drawing/2014/main" id="{0C3CC1C9-1FA0-4FE4-8984-4A8B3728D674}"/>
              </a:ext>
            </a:extLst>
          </p:cNvPr>
          <p:cNvSpPr/>
          <p:nvPr/>
        </p:nvSpPr>
        <p:spPr>
          <a:xfrm rot="16200000" flipV="1">
            <a:off x="1283979" y="-997278"/>
            <a:ext cx="6862743" cy="8857300"/>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24" name="Freeform: Shape 23">
            <a:extLst>
              <a:ext uri="{FF2B5EF4-FFF2-40B4-BE49-F238E27FC236}">
                <a16:creationId xmlns:a16="http://schemas.microsoft.com/office/drawing/2014/main" id="{8E049265-431E-48DE-B7F7-4959930171DC}"/>
              </a:ext>
            </a:extLst>
          </p:cNvPr>
          <p:cNvSpPr/>
          <p:nvPr/>
        </p:nvSpPr>
        <p:spPr>
          <a:xfrm rot="16200000" flipV="1">
            <a:off x="1112262" y="-1112261"/>
            <a:ext cx="6862743" cy="9087265"/>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5" name="Freeform: Shape 24">
            <a:extLst>
              <a:ext uri="{FF2B5EF4-FFF2-40B4-BE49-F238E27FC236}">
                <a16:creationId xmlns:a16="http://schemas.microsoft.com/office/drawing/2014/main" id="{173E5F2D-1F8E-4DCC-857F-932C6C6539BB}"/>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nvGrpSpPr>
          <p:cNvPr id="26" name="Group 25">
            <a:extLst>
              <a:ext uri="{FF2B5EF4-FFF2-40B4-BE49-F238E27FC236}">
                <a16:creationId xmlns:a16="http://schemas.microsoft.com/office/drawing/2014/main" id="{E9318B2B-E019-4078-9EF0-C9D6281AE31B}"/>
              </a:ext>
            </a:extLst>
          </p:cNvPr>
          <p:cNvGrpSpPr/>
          <p:nvPr/>
        </p:nvGrpSpPr>
        <p:grpSpPr>
          <a:xfrm>
            <a:off x="7332057" y="2057401"/>
            <a:ext cx="331016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grpSp>
      <p:sp>
        <p:nvSpPr>
          <p:cNvPr id="29" name="Freeform: Shape 28">
            <a:extLst>
              <a:ext uri="{FF2B5EF4-FFF2-40B4-BE49-F238E27FC236}">
                <a16:creationId xmlns:a16="http://schemas.microsoft.com/office/drawing/2014/main" id="{EE8F5B31-1523-46AE-9455-C33DFC1BDDE0}"/>
              </a:ext>
            </a:extLst>
          </p:cNvPr>
          <p:cNvSpPr/>
          <p:nvPr/>
        </p:nvSpPr>
        <p:spPr>
          <a:xfrm rot="2700000">
            <a:off x="8469217" y="5885197"/>
            <a:ext cx="877778" cy="1316667"/>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30" name="Freeform: Shape 29">
            <a:extLst>
              <a:ext uri="{FF2B5EF4-FFF2-40B4-BE49-F238E27FC236}">
                <a16:creationId xmlns:a16="http://schemas.microsoft.com/office/drawing/2014/main" id="{5D17048F-C2E1-4775-BC32-50BD6219F89D}"/>
              </a:ext>
            </a:extLst>
          </p:cNvPr>
          <p:cNvSpPr/>
          <p:nvPr/>
        </p:nvSpPr>
        <p:spPr>
          <a:xfrm rot="8100000" flipH="1">
            <a:off x="7936699" y="5841410"/>
            <a:ext cx="1779261"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grpSp>
        <p:nvGrpSpPr>
          <p:cNvPr id="31" name="Group 30">
            <a:extLst>
              <a:ext uri="{FF2B5EF4-FFF2-40B4-BE49-F238E27FC236}">
                <a16:creationId xmlns:a16="http://schemas.microsoft.com/office/drawing/2014/main" id="{EAB002AA-4848-49C8-A834-036F860C79A3}"/>
              </a:ext>
            </a:extLst>
          </p:cNvPr>
          <p:cNvGrpSpPr/>
          <p:nvPr/>
        </p:nvGrpSpPr>
        <p:grpSpPr>
          <a:xfrm rot="16200000" flipH="1">
            <a:off x="7303720" y="6409175"/>
            <a:ext cx="1052473" cy="907084"/>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624078" y="3886201"/>
            <a:ext cx="5836158" cy="859055"/>
          </a:xfrm>
        </p:spPr>
        <p:txBody>
          <a:bodyPr vert="horz" lIns="91440" tIns="45720" rIns="91440" bIns="45720" rtlCol="0" anchor="b">
            <a:normAutofit/>
          </a:bodyPr>
          <a:lstStyle>
            <a:lvl1pPr>
              <a:defRPr lang="en-GB" sz="4050" b="1" dirty="0">
                <a:solidFill>
                  <a:schemeClr val="bg1"/>
                </a:solidFill>
                <a:latin typeface="+mj-lt"/>
              </a:defRPr>
            </a:lvl1pPr>
          </a:lstStyle>
          <a:p>
            <a:pPr lvl="0"/>
            <a:r>
              <a:rPr lang="en-US" noProof="0" dirty="0" err="1"/>
              <a:t>Sistem</a:t>
            </a:r>
            <a:r>
              <a:rPr lang="en-US" noProof="0" dirty="0"/>
              <a:t> </a:t>
            </a:r>
            <a:r>
              <a:rPr lang="en-US" noProof="0" dirty="0" err="1"/>
              <a:t>Deteksi</a:t>
            </a:r>
            <a:r>
              <a:rPr lang="en-US" noProof="0" dirty="0"/>
              <a:t> </a:t>
            </a:r>
            <a:r>
              <a:rPr lang="en-US" noProof="0" dirty="0" err="1"/>
              <a:t>Intrusi</a:t>
            </a:r>
            <a:endParaRPr lang="en-US" noProof="0" dirty="0"/>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hasCustomPrompt="1"/>
          </p:nvPr>
        </p:nvSpPr>
        <p:spPr>
          <a:xfrm>
            <a:off x="623888" y="4754880"/>
            <a:ext cx="5102352" cy="365760"/>
          </a:xfrm>
        </p:spPr>
        <p:txBody>
          <a:bodyPr vert="horz" lIns="91440" tIns="45720" rIns="91440" bIns="45720" rtlCol="0">
            <a:normAutofit/>
          </a:bodyPr>
          <a:lstStyle>
            <a:lvl1pPr marL="0" indent="0">
              <a:buNone/>
              <a:defRPr lang="en-US" sz="1200" spc="225">
                <a:solidFill>
                  <a:schemeClr val="accent1">
                    <a:lumMod val="20000"/>
                    <a:lumOff val="80000"/>
                  </a:schemeClr>
                </a:solidFill>
                <a:latin typeface="+mn-lt"/>
                <a:cs typeface="Arial" panose="020B0604020202020204" pitchFamily="34" charset="0"/>
              </a:defRPr>
            </a:lvl1pPr>
          </a:lstStyle>
          <a:p>
            <a:pPr marL="171450" lvl="0" indent="-171450"/>
            <a:r>
              <a:rPr lang="en-US" noProof="0" dirty="0"/>
              <a:t>Andi Muhammad </a:t>
            </a:r>
            <a:r>
              <a:rPr lang="en-US" noProof="0" dirty="0" err="1"/>
              <a:t>Nurhidayat</a:t>
            </a:r>
            <a:endParaRPr lang="en-US" noProof="0" dirty="0"/>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976188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p:nvSpPr>
        <p:spPr>
          <a:xfrm>
            <a:off x="0" y="0"/>
            <a:ext cx="9144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34" name="Freeform: Shape 33">
            <a:extLst>
              <a:ext uri="{FF2B5EF4-FFF2-40B4-BE49-F238E27FC236}">
                <a16:creationId xmlns:a16="http://schemas.microsoft.com/office/drawing/2014/main" id="{0C3CC1C9-1FA0-4FE4-8984-4A8B3728D674}"/>
              </a:ext>
            </a:extLst>
          </p:cNvPr>
          <p:cNvSpPr/>
          <p:nvPr/>
        </p:nvSpPr>
        <p:spPr>
          <a:xfrm rot="16200000" flipV="1">
            <a:off x="1283979" y="-997278"/>
            <a:ext cx="6862743" cy="8857300"/>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24" name="Freeform: Shape 23">
            <a:extLst>
              <a:ext uri="{FF2B5EF4-FFF2-40B4-BE49-F238E27FC236}">
                <a16:creationId xmlns:a16="http://schemas.microsoft.com/office/drawing/2014/main" id="{8E049265-431E-48DE-B7F7-4959930171DC}"/>
              </a:ext>
            </a:extLst>
          </p:cNvPr>
          <p:cNvSpPr/>
          <p:nvPr/>
        </p:nvSpPr>
        <p:spPr>
          <a:xfrm rot="16200000" flipV="1">
            <a:off x="1112262" y="-1112261"/>
            <a:ext cx="6862743" cy="9087265"/>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5" name="Freeform: Shape 24">
            <a:extLst>
              <a:ext uri="{FF2B5EF4-FFF2-40B4-BE49-F238E27FC236}">
                <a16:creationId xmlns:a16="http://schemas.microsoft.com/office/drawing/2014/main" id="{173E5F2D-1F8E-4DCC-857F-932C6C6539BB}"/>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4" name="Oval 3">
            <a:extLst>
              <a:ext uri="{FF2B5EF4-FFF2-40B4-BE49-F238E27FC236}">
                <a16:creationId xmlns:a16="http://schemas.microsoft.com/office/drawing/2014/main" id="{ECB4C115-EFF9-405C-98BE-F4077B9730D0}"/>
              </a:ext>
            </a:extLst>
          </p:cNvPr>
          <p:cNvSpPr/>
          <p:nvPr/>
        </p:nvSpPr>
        <p:spPr>
          <a:xfrm>
            <a:off x="400049" y="914400"/>
            <a:ext cx="1458686"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8" name="Title 1">
            <a:extLst>
              <a:ext uri="{FF2B5EF4-FFF2-40B4-BE49-F238E27FC236}">
                <a16:creationId xmlns:a16="http://schemas.microsoft.com/office/drawing/2014/main" id="{C9A300DD-BB54-44ED-A7E4-01CD41EC930F}"/>
              </a:ext>
            </a:extLst>
          </p:cNvPr>
          <p:cNvSpPr txBox="1">
            <a:spLocks/>
          </p:cNvSpPr>
          <p:nvPr/>
        </p:nvSpPr>
        <p:spPr>
          <a:xfrm>
            <a:off x="717745" y="923306"/>
            <a:ext cx="753836" cy="2859313"/>
          </a:xfrm>
          <a:prstGeom prst="rect">
            <a:avLst/>
          </a:prstGeom>
        </p:spPr>
        <p:txBody>
          <a:bodyPr vert="horz" lIns="68580" tIns="34290" rIns="68580" bIns="3429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38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400050" y="3200401"/>
            <a:ext cx="5663293" cy="2859313"/>
          </a:xfrm>
        </p:spPr>
        <p:txBody>
          <a:bodyPr vert="horz" lIns="91440" tIns="45720" rIns="91440" bIns="45720" rtlCol="0" anchor="t">
            <a:normAutofit/>
          </a:bodyPr>
          <a:lstStyle>
            <a:lvl1pPr>
              <a:lnSpc>
                <a:spcPct val="100000"/>
              </a:lnSpc>
              <a:defRPr lang="en-GB" sz="2400" b="0" i="0" dirty="0">
                <a:solidFill>
                  <a:schemeClr val="bg1"/>
                </a:solidFill>
                <a:latin typeface="+mj-lt"/>
              </a:defRPr>
            </a:lvl1pPr>
          </a:lstStyle>
          <a:p>
            <a:pPr lvl="0"/>
            <a:r>
              <a:rPr lang="en-US" noProof="0" dirty="0" err="1"/>
              <a:t>Aturan</a:t>
            </a:r>
            <a:r>
              <a:rPr lang="en-US" noProof="0" dirty="0"/>
              <a:t> Mid :</a:t>
            </a:r>
            <a:br>
              <a:rPr lang="en-US" noProof="0" dirty="0"/>
            </a:br>
            <a:r>
              <a:rPr lang="en-US" noProof="0" dirty="0"/>
              <a:t>- </a:t>
            </a:r>
            <a:r>
              <a:rPr lang="en-US" noProof="0" dirty="0" err="1"/>
              <a:t>Dilarang</a:t>
            </a:r>
            <a:r>
              <a:rPr lang="en-US" noProof="0" dirty="0"/>
              <a:t> </a:t>
            </a:r>
            <a:r>
              <a:rPr lang="en-US" noProof="0" dirty="0" err="1"/>
              <a:t>berdiskusi</a:t>
            </a:r>
            <a:r>
              <a:rPr lang="en-US" noProof="0" dirty="0"/>
              <a:t> </a:t>
            </a:r>
            <a:r>
              <a:rPr lang="en-US" noProof="0" dirty="0" err="1"/>
              <a:t>selain</a:t>
            </a:r>
            <a:r>
              <a:rPr lang="en-US" noProof="0" dirty="0"/>
              <a:t> </a:t>
            </a:r>
            <a:r>
              <a:rPr lang="en-US" noProof="0" dirty="0" err="1"/>
              <a:t>angg</a:t>
            </a:r>
            <a:endParaRPr lang="en-US" noProof="0" dirty="0"/>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92609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hasCustomPrompt="1"/>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dirty="0" err="1"/>
              <a:t>Simulasi</a:t>
            </a: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333375" y="1625386"/>
            <a:ext cx="5038725" cy="4093243"/>
          </a:xfrm>
        </p:spPr>
        <p:txBody>
          <a:bodyPr>
            <a:noAutofit/>
          </a:bodyPr>
          <a:lstStyle>
            <a:lvl1pPr>
              <a:lnSpc>
                <a:spcPct val="100000"/>
              </a:lnSpc>
              <a:spcBef>
                <a:spcPts val="450"/>
              </a:spcBef>
              <a:spcAft>
                <a:spcPts val="300"/>
              </a:spcAft>
              <a:defRPr sz="1200">
                <a:solidFill>
                  <a:schemeClr val="bg1"/>
                </a:solidFill>
                <a:latin typeface="+mn-lt"/>
                <a:cs typeface="Arial" panose="020B0604020202020204" pitchFamily="34" charset="0"/>
              </a:defRPr>
            </a:lvl1pPr>
            <a:lvl2pPr>
              <a:lnSpc>
                <a:spcPct val="100000"/>
              </a:lnSpc>
              <a:spcBef>
                <a:spcPts val="450"/>
              </a:spcBef>
              <a:spcAft>
                <a:spcPts val="300"/>
              </a:spcAft>
              <a:defRPr sz="1050">
                <a:solidFill>
                  <a:schemeClr val="bg1"/>
                </a:solidFill>
                <a:latin typeface="+mn-lt"/>
                <a:cs typeface="Arial" panose="020B0604020202020204" pitchFamily="34" charset="0"/>
              </a:defRPr>
            </a:lvl2pPr>
            <a:lvl3pPr>
              <a:lnSpc>
                <a:spcPct val="100000"/>
              </a:lnSpc>
              <a:spcBef>
                <a:spcPts val="450"/>
              </a:spcBef>
              <a:spcAft>
                <a:spcPts val="300"/>
              </a:spcAft>
              <a:defRPr sz="900">
                <a:solidFill>
                  <a:schemeClr val="bg1"/>
                </a:solidFill>
                <a:latin typeface="+mn-lt"/>
                <a:cs typeface="Arial" panose="020B0604020202020204" pitchFamily="34" charset="0"/>
              </a:defRPr>
            </a:lvl3pPr>
            <a:lvl4pPr>
              <a:defRPr sz="1050">
                <a:solidFill>
                  <a:schemeClr val="bg1"/>
                </a:solidFill>
                <a:latin typeface="Arial" panose="020B0604020202020204" pitchFamily="34" charset="0"/>
                <a:cs typeface="Arial" panose="020B0604020202020204" pitchFamily="34" charset="0"/>
              </a:defRPr>
            </a:lvl4pPr>
            <a:lvl5pPr>
              <a:defRPr sz="105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526566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9144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350"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4" name="Freeform: Shape 23">
            <a:extLst>
              <a:ext uri="{FF2B5EF4-FFF2-40B4-BE49-F238E27FC236}">
                <a16:creationId xmlns:a16="http://schemas.microsoft.com/office/drawing/2014/main" id="{18103E00-7E4A-44CD-81AC-06433CAE1110}"/>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65332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9144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350"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4" name="Freeform: Shape 23">
            <a:extLst>
              <a:ext uri="{FF2B5EF4-FFF2-40B4-BE49-F238E27FC236}">
                <a16:creationId xmlns:a16="http://schemas.microsoft.com/office/drawing/2014/main" id="{18103E00-7E4A-44CD-81AC-06433CAE1110}"/>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057275" y="1749570"/>
            <a:ext cx="7029450" cy="3358860"/>
          </a:xfrm>
        </p:spPr>
        <p:txBody>
          <a:bodyPr anchor="ctr">
            <a:normAutofit/>
          </a:bodyPr>
          <a:lstStyle>
            <a:lvl1pPr marL="0" indent="0" algn="ctr">
              <a:buNone/>
              <a:defRPr sz="45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544085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9144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350"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4" name="Freeform: Shape 23">
            <a:extLst>
              <a:ext uri="{FF2B5EF4-FFF2-40B4-BE49-F238E27FC236}">
                <a16:creationId xmlns:a16="http://schemas.microsoft.com/office/drawing/2014/main" id="{18103E00-7E4A-44CD-81AC-06433CAE1110}"/>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332524" y="1825625"/>
            <a:ext cx="8411426"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0719187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9144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350"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4" name="Freeform: Shape 23">
            <a:extLst>
              <a:ext uri="{FF2B5EF4-FFF2-40B4-BE49-F238E27FC236}">
                <a16:creationId xmlns:a16="http://schemas.microsoft.com/office/drawing/2014/main" id="{18103E00-7E4A-44CD-81AC-06433CAE1110}"/>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333376" y="1681163"/>
            <a:ext cx="3868340" cy="823912"/>
          </a:xfrm>
        </p:spPr>
        <p:txBody>
          <a:bodyPr anchor="t">
            <a:normAutofit/>
          </a:bodyPr>
          <a:lstStyle>
            <a:lvl1pPr marL="0" indent="0" algn="ctr">
              <a:buFont typeface="Arial" panose="020B0604020202020204" pitchFamily="34" charset="0"/>
              <a:buNone/>
              <a:defRPr sz="15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4875609" y="1681163"/>
            <a:ext cx="3868341" cy="823912"/>
          </a:xfrm>
        </p:spPr>
        <p:txBody>
          <a:bodyPr anchor="t">
            <a:normAutofit/>
          </a:bodyPr>
          <a:lstStyle>
            <a:lvl1pPr marL="0" indent="0" algn="ctr">
              <a:buFont typeface="Arial" panose="020B0604020202020204" pitchFamily="34" charset="0"/>
              <a:buNone/>
              <a:defRPr sz="15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333376" y="2505075"/>
            <a:ext cx="3868340" cy="3684588"/>
          </a:xfrm>
        </p:spPr>
        <p:txBody>
          <a:bodyPr>
            <a:normAutofit/>
          </a:bodyPr>
          <a:lstStyle>
            <a:lvl1pPr>
              <a:defRPr sz="1350">
                <a:solidFill>
                  <a:schemeClr val="bg1"/>
                </a:solidFill>
              </a:defRPr>
            </a:lvl1pPr>
            <a:lvl2pPr>
              <a:defRPr sz="1200">
                <a:solidFill>
                  <a:schemeClr val="bg1"/>
                </a:solidFill>
              </a:defRPr>
            </a:lvl2pPr>
            <a:lvl3pPr>
              <a:defRPr sz="1050">
                <a:solidFill>
                  <a:schemeClr val="bg1"/>
                </a:solidFill>
              </a:defRPr>
            </a:lvl3pPr>
            <a:lvl4pPr>
              <a:defRPr sz="900">
                <a:solidFill>
                  <a:schemeClr val="bg1"/>
                </a:solidFill>
              </a:defRPr>
            </a:lvl4pPr>
            <a:lvl5pPr>
              <a:defRPr sz="9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4856559" y="2505075"/>
            <a:ext cx="3887391" cy="3684588"/>
          </a:xfrm>
        </p:spPr>
        <p:txBody>
          <a:bodyPr>
            <a:normAutofit/>
          </a:bodyPr>
          <a:lstStyle>
            <a:lvl1pPr>
              <a:defRPr sz="1350">
                <a:solidFill>
                  <a:schemeClr val="bg1"/>
                </a:solidFill>
              </a:defRPr>
            </a:lvl1pPr>
            <a:lvl2pPr>
              <a:defRPr sz="1200">
                <a:solidFill>
                  <a:schemeClr val="bg1"/>
                </a:solidFill>
              </a:defRPr>
            </a:lvl2pPr>
            <a:lvl3pPr>
              <a:defRPr sz="1050">
                <a:solidFill>
                  <a:schemeClr val="bg1"/>
                </a:solidFill>
              </a:defRPr>
            </a:lvl3pPr>
            <a:lvl4pPr>
              <a:defRPr sz="900">
                <a:solidFill>
                  <a:schemeClr val="bg1"/>
                </a:solidFill>
              </a:defRPr>
            </a:lvl4pPr>
            <a:lvl5pPr>
              <a:defRPr sz="9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66347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9144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350"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4" name="Freeform: Shape 23">
            <a:extLst>
              <a:ext uri="{FF2B5EF4-FFF2-40B4-BE49-F238E27FC236}">
                <a16:creationId xmlns:a16="http://schemas.microsoft.com/office/drawing/2014/main" id="{18103E00-7E4A-44CD-81AC-06433CAE1110}"/>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332524" y="1517715"/>
            <a:ext cx="3888328" cy="4659248"/>
          </a:xfrm>
        </p:spPr>
        <p:txBody>
          <a:bodyPr>
            <a:normAutofit/>
          </a:bodyPr>
          <a:lstStyle>
            <a:lvl1pPr marL="342900" indent="-342900">
              <a:buFont typeface="Arial" panose="020B0604020202020204" pitchFamily="34" charset="0"/>
              <a:buChar char="•"/>
              <a:defRPr sz="1500">
                <a:solidFill>
                  <a:schemeClr val="bg1"/>
                </a:solidFill>
              </a:defRPr>
            </a:lvl1pPr>
            <a:lvl2pPr marL="600075" indent="-257175">
              <a:buFont typeface="Arial" panose="020B0604020202020204" pitchFamily="34" charset="0"/>
              <a:buChar char="•"/>
              <a:defRPr sz="1350">
                <a:solidFill>
                  <a:schemeClr val="bg1"/>
                </a:solidFill>
              </a:defRPr>
            </a:lvl2pPr>
            <a:lvl3pPr marL="942975" indent="-257175">
              <a:buFont typeface="Arial" panose="020B0604020202020204" pitchFamily="34" charset="0"/>
              <a:buChar char="•"/>
              <a:defRPr sz="1200">
                <a:solidFill>
                  <a:schemeClr val="bg1"/>
                </a:solidFill>
              </a:defRPr>
            </a:lvl3pPr>
            <a:lvl4pPr marL="1243013" indent="-214313">
              <a:buFont typeface="Arial" panose="020B0604020202020204" pitchFamily="34" charset="0"/>
              <a:buChar char="•"/>
              <a:defRPr sz="1050">
                <a:solidFill>
                  <a:schemeClr val="bg1"/>
                </a:solidFill>
              </a:defRPr>
            </a:lvl4pPr>
            <a:lvl5pPr marL="1585913" indent="-214313">
              <a:buFont typeface="Arial" panose="020B0604020202020204" pitchFamily="34" charset="0"/>
              <a:buChar cha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4855623" y="1517715"/>
            <a:ext cx="3888328" cy="4659248"/>
          </a:xfrm>
        </p:spPr>
        <p:txBody>
          <a:bodyPr>
            <a:normAutofit/>
          </a:bodyPr>
          <a:lstStyle>
            <a:lvl1pPr>
              <a:defRPr sz="1500">
                <a:solidFill>
                  <a:schemeClr val="bg1"/>
                </a:solidFill>
              </a:defRPr>
            </a:lvl1pPr>
            <a:lvl2pPr>
              <a:defRPr sz="1350">
                <a:solidFill>
                  <a:schemeClr val="bg1"/>
                </a:solidFill>
              </a:defRPr>
            </a:lvl2pPr>
            <a:lvl3pPr>
              <a:defRPr sz="1200">
                <a:solidFill>
                  <a:schemeClr val="bg1"/>
                </a:solidFill>
              </a:defRPr>
            </a:lvl3pPr>
            <a:lvl4pPr>
              <a:defRPr sz="1050">
                <a:solidFill>
                  <a:schemeClr val="bg1"/>
                </a:solidFill>
              </a:defRPr>
            </a:lvl4pPr>
            <a:lvl5pPr>
              <a:defRPr sz="105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677733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9144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733659" y="2096717"/>
            <a:ext cx="944629"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2416673" y="2096717"/>
            <a:ext cx="944629"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4099686" y="2096717"/>
            <a:ext cx="944629"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5782700" y="2096717"/>
            <a:ext cx="944629"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7465713" y="2096717"/>
            <a:ext cx="944629"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39921" y="4240093"/>
            <a:ext cx="1332105" cy="1463040"/>
          </a:xfrm>
        </p:spPr>
        <p:txBody>
          <a:bodyPr lIns="0" tIns="0" rIns="0" bIns="0">
            <a:noAutofit/>
          </a:bodyPr>
          <a:lstStyle>
            <a:lvl1pPr marL="0" indent="0" algn="ctr">
              <a:lnSpc>
                <a:spcPct val="100000"/>
              </a:lnSpc>
              <a:spcBef>
                <a:spcPts val="450"/>
              </a:spcBef>
              <a:spcAft>
                <a:spcPts val="300"/>
              </a:spcAft>
              <a:buNone/>
              <a:defRPr sz="1050">
                <a:solidFill>
                  <a:schemeClr val="bg1"/>
                </a:solidFill>
                <a:latin typeface="+mn-lt"/>
                <a:cs typeface="Arial" panose="020B0604020202020204" pitchFamily="34" charset="0"/>
              </a:defRPr>
            </a:lvl1pPr>
            <a:lvl2pPr>
              <a:lnSpc>
                <a:spcPct val="100000"/>
              </a:lnSpc>
              <a:spcBef>
                <a:spcPts val="450"/>
              </a:spcBef>
              <a:spcAft>
                <a:spcPts val="300"/>
              </a:spcAft>
              <a:defRPr sz="1200">
                <a:solidFill>
                  <a:schemeClr val="bg1"/>
                </a:solidFill>
                <a:latin typeface="Arial" panose="020B0604020202020204" pitchFamily="34" charset="0"/>
                <a:cs typeface="Arial" panose="020B0604020202020204" pitchFamily="34" charset="0"/>
              </a:defRPr>
            </a:lvl2pPr>
            <a:lvl3pPr>
              <a:lnSpc>
                <a:spcPct val="100000"/>
              </a:lnSpc>
              <a:spcBef>
                <a:spcPts val="450"/>
              </a:spcBef>
              <a:spcAft>
                <a:spcPts val="300"/>
              </a:spcAft>
              <a:defRPr sz="1050">
                <a:solidFill>
                  <a:schemeClr val="bg1"/>
                </a:solidFill>
                <a:latin typeface="Arial" panose="020B0604020202020204" pitchFamily="34" charset="0"/>
                <a:cs typeface="Arial" panose="020B0604020202020204" pitchFamily="34" charset="0"/>
              </a:defRPr>
            </a:lvl3pPr>
            <a:lvl4pPr>
              <a:defRPr sz="1050">
                <a:solidFill>
                  <a:schemeClr val="bg1"/>
                </a:solidFill>
                <a:latin typeface="Arial" panose="020B0604020202020204" pitchFamily="34" charset="0"/>
                <a:cs typeface="Arial" panose="020B0604020202020204" pitchFamily="34" charset="0"/>
              </a:defRPr>
            </a:lvl4pPr>
            <a:lvl5pPr>
              <a:defRPr sz="105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222934" y="4240093"/>
            <a:ext cx="1332105" cy="1463040"/>
          </a:xfrm>
        </p:spPr>
        <p:txBody>
          <a:bodyPr lIns="0" tIns="0" rIns="0" bIns="0">
            <a:noAutofit/>
          </a:bodyPr>
          <a:lstStyle>
            <a:lvl1pPr marL="0" indent="0" algn="ctr">
              <a:lnSpc>
                <a:spcPct val="100000"/>
              </a:lnSpc>
              <a:spcBef>
                <a:spcPts val="450"/>
              </a:spcBef>
              <a:spcAft>
                <a:spcPts val="300"/>
              </a:spcAft>
              <a:buNone/>
              <a:defRPr sz="1050">
                <a:solidFill>
                  <a:schemeClr val="bg1"/>
                </a:solidFill>
                <a:latin typeface="+mn-lt"/>
                <a:cs typeface="Arial" panose="020B0604020202020204" pitchFamily="34" charset="0"/>
              </a:defRPr>
            </a:lvl1pPr>
            <a:lvl2pPr>
              <a:lnSpc>
                <a:spcPct val="100000"/>
              </a:lnSpc>
              <a:spcBef>
                <a:spcPts val="450"/>
              </a:spcBef>
              <a:spcAft>
                <a:spcPts val="300"/>
              </a:spcAft>
              <a:defRPr sz="1200">
                <a:solidFill>
                  <a:schemeClr val="bg1"/>
                </a:solidFill>
                <a:latin typeface="Arial" panose="020B0604020202020204" pitchFamily="34" charset="0"/>
                <a:cs typeface="Arial" panose="020B0604020202020204" pitchFamily="34" charset="0"/>
              </a:defRPr>
            </a:lvl2pPr>
            <a:lvl3pPr>
              <a:lnSpc>
                <a:spcPct val="100000"/>
              </a:lnSpc>
              <a:spcBef>
                <a:spcPts val="450"/>
              </a:spcBef>
              <a:spcAft>
                <a:spcPts val="300"/>
              </a:spcAft>
              <a:defRPr sz="1050">
                <a:solidFill>
                  <a:schemeClr val="bg1"/>
                </a:solidFill>
                <a:latin typeface="Arial" panose="020B0604020202020204" pitchFamily="34" charset="0"/>
                <a:cs typeface="Arial" panose="020B0604020202020204" pitchFamily="34" charset="0"/>
              </a:defRPr>
            </a:lvl3pPr>
            <a:lvl4pPr>
              <a:defRPr sz="1050">
                <a:solidFill>
                  <a:schemeClr val="bg1"/>
                </a:solidFill>
                <a:latin typeface="Arial" panose="020B0604020202020204" pitchFamily="34" charset="0"/>
                <a:cs typeface="Arial" panose="020B0604020202020204" pitchFamily="34" charset="0"/>
              </a:defRPr>
            </a:lvl4pPr>
            <a:lvl5pPr>
              <a:defRPr sz="105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3905948" y="4240093"/>
            <a:ext cx="1332105" cy="1463040"/>
          </a:xfrm>
        </p:spPr>
        <p:txBody>
          <a:bodyPr lIns="0" tIns="0" rIns="0" bIns="0">
            <a:noAutofit/>
          </a:bodyPr>
          <a:lstStyle>
            <a:lvl1pPr marL="0" indent="0" algn="ctr">
              <a:lnSpc>
                <a:spcPct val="100000"/>
              </a:lnSpc>
              <a:spcBef>
                <a:spcPts val="450"/>
              </a:spcBef>
              <a:spcAft>
                <a:spcPts val="300"/>
              </a:spcAft>
              <a:buNone/>
              <a:defRPr sz="1050">
                <a:solidFill>
                  <a:schemeClr val="bg1"/>
                </a:solidFill>
                <a:latin typeface="+mn-lt"/>
                <a:cs typeface="Arial" panose="020B0604020202020204" pitchFamily="34" charset="0"/>
              </a:defRPr>
            </a:lvl1pPr>
            <a:lvl2pPr>
              <a:lnSpc>
                <a:spcPct val="100000"/>
              </a:lnSpc>
              <a:spcBef>
                <a:spcPts val="450"/>
              </a:spcBef>
              <a:spcAft>
                <a:spcPts val="300"/>
              </a:spcAft>
              <a:defRPr sz="1200">
                <a:solidFill>
                  <a:schemeClr val="bg1"/>
                </a:solidFill>
                <a:latin typeface="Arial" panose="020B0604020202020204" pitchFamily="34" charset="0"/>
                <a:cs typeface="Arial" panose="020B0604020202020204" pitchFamily="34" charset="0"/>
              </a:defRPr>
            </a:lvl2pPr>
            <a:lvl3pPr>
              <a:lnSpc>
                <a:spcPct val="100000"/>
              </a:lnSpc>
              <a:spcBef>
                <a:spcPts val="450"/>
              </a:spcBef>
              <a:spcAft>
                <a:spcPts val="300"/>
              </a:spcAft>
              <a:defRPr sz="1050">
                <a:solidFill>
                  <a:schemeClr val="bg1"/>
                </a:solidFill>
                <a:latin typeface="Arial" panose="020B0604020202020204" pitchFamily="34" charset="0"/>
                <a:cs typeface="Arial" panose="020B0604020202020204" pitchFamily="34" charset="0"/>
              </a:defRPr>
            </a:lvl3pPr>
            <a:lvl4pPr>
              <a:defRPr sz="1050">
                <a:solidFill>
                  <a:schemeClr val="bg1"/>
                </a:solidFill>
                <a:latin typeface="Arial" panose="020B0604020202020204" pitchFamily="34" charset="0"/>
                <a:cs typeface="Arial" panose="020B0604020202020204" pitchFamily="34" charset="0"/>
              </a:defRPr>
            </a:lvl4pPr>
            <a:lvl5pPr>
              <a:defRPr sz="105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5588961" y="4240093"/>
            <a:ext cx="1332105" cy="1463040"/>
          </a:xfrm>
        </p:spPr>
        <p:txBody>
          <a:bodyPr lIns="0" tIns="0" rIns="0" bIns="0">
            <a:noAutofit/>
          </a:bodyPr>
          <a:lstStyle>
            <a:lvl1pPr marL="0" indent="0" algn="ctr">
              <a:lnSpc>
                <a:spcPct val="100000"/>
              </a:lnSpc>
              <a:spcBef>
                <a:spcPts val="450"/>
              </a:spcBef>
              <a:spcAft>
                <a:spcPts val="300"/>
              </a:spcAft>
              <a:buNone/>
              <a:defRPr sz="1050">
                <a:solidFill>
                  <a:schemeClr val="bg1"/>
                </a:solidFill>
                <a:latin typeface="+mn-lt"/>
                <a:cs typeface="Arial" panose="020B0604020202020204" pitchFamily="34" charset="0"/>
              </a:defRPr>
            </a:lvl1pPr>
            <a:lvl2pPr>
              <a:lnSpc>
                <a:spcPct val="100000"/>
              </a:lnSpc>
              <a:spcBef>
                <a:spcPts val="450"/>
              </a:spcBef>
              <a:spcAft>
                <a:spcPts val="300"/>
              </a:spcAft>
              <a:defRPr sz="1200">
                <a:solidFill>
                  <a:schemeClr val="bg1"/>
                </a:solidFill>
                <a:latin typeface="Arial" panose="020B0604020202020204" pitchFamily="34" charset="0"/>
                <a:cs typeface="Arial" panose="020B0604020202020204" pitchFamily="34" charset="0"/>
              </a:defRPr>
            </a:lvl2pPr>
            <a:lvl3pPr>
              <a:lnSpc>
                <a:spcPct val="100000"/>
              </a:lnSpc>
              <a:spcBef>
                <a:spcPts val="450"/>
              </a:spcBef>
              <a:spcAft>
                <a:spcPts val="300"/>
              </a:spcAft>
              <a:defRPr sz="1050">
                <a:solidFill>
                  <a:schemeClr val="bg1"/>
                </a:solidFill>
                <a:latin typeface="Arial" panose="020B0604020202020204" pitchFamily="34" charset="0"/>
                <a:cs typeface="Arial" panose="020B0604020202020204" pitchFamily="34" charset="0"/>
              </a:defRPr>
            </a:lvl3pPr>
            <a:lvl4pPr>
              <a:defRPr sz="1050">
                <a:solidFill>
                  <a:schemeClr val="bg1"/>
                </a:solidFill>
                <a:latin typeface="Arial" panose="020B0604020202020204" pitchFamily="34" charset="0"/>
                <a:cs typeface="Arial" panose="020B0604020202020204" pitchFamily="34" charset="0"/>
              </a:defRPr>
            </a:lvl4pPr>
            <a:lvl5pPr>
              <a:defRPr sz="105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7271974" y="4240093"/>
            <a:ext cx="1332105" cy="1463040"/>
          </a:xfrm>
        </p:spPr>
        <p:txBody>
          <a:bodyPr lIns="0" tIns="0" rIns="0" bIns="0">
            <a:noAutofit/>
          </a:bodyPr>
          <a:lstStyle>
            <a:lvl1pPr marL="0" indent="0" algn="ctr">
              <a:lnSpc>
                <a:spcPct val="100000"/>
              </a:lnSpc>
              <a:spcBef>
                <a:spcPts val="450"/>
              </a:spcBef>
              <a:spcAft>
                <a:spcPts val="300"/>
              </a:spcAft>
              <a:buNone/>
              <a:defRPr sz="1050">
                <a:solidFill>
                  <a:schemeClr val="bg1"/>
                </a:solidFill>
                <a:latin typeface="+mn-lt"/>
                <a:cs typeface="Arial" panose="020B0604020202020204" pitchFamily="34" charset="0"/>
              </a:defRPr>
            </a:lvl1pPr>
            <a:lvl2pPr>
              <a:lnSpc>
                <a:spcPct val="100000"/>
              </a:lnSpc>
              <a:spcBef>
                <a:spcPts val="450"/>
              </a:spcBef>
              <a:spcAft>
                <a:spcPts val="300"/>
              </a:spcAft>
              <a:defRPr sz="1200">
                <a:solidFill>
                  <a:schemeClr val="bg1"/>
                </a:solidFill>
                <a:latin typeface="Arial" panose="020B0604020202020204" pitchFamily="34" charset="0"/>
                <a:cs typeface="Arial" panose="020B0604020202020204" pitchFamily="34" charset="0"/>
              </a:defRPr>
            </a:lvl2pPr>
            <a:lvl3pPr>
              <a:lnSpc>
                <a:spcPct val="100000"/>
              </a:lnSpc>
              <a:spcBef>
                <a:spcPts val="450"/>
              </a:spcBef>
              <a:spcAft>
                <a:spcPts val="300"/>
              </a:spcAft>
              <a:defRPr sz="1050">
                <a:solidFill>
                  <a:schemeClr val="bg1"/>
                </a:solidFill>
                <a:latin typeface="Arial" panose="020B0604020202020204" pitchFamily="34" charset="0"/>
                <a:cs typeface="Arial" panose="020B0604020202020204" pitchFamily="34" charset="0"/>
              </a:defRPr>
            </a:lvl3pPr>
            <a:lvl4pPr>
              <a:defRPr sz="1050">
                <a:solidFill>
                  <a:schemeClr val="bg1"/>
                </a:solidFill>
                <a:latin typeface="Arial" panose="020B0604020202020204" pitchFamily="34" charset="0"/>
                <a:cs typeface="Arial" panose="020B0604020202020204" pitchFamily="34" charset="0"/>
              </a:defRPr>
            </a:lvl4pPr>
            <a:lvl5pPr>
              <a:defRPr sz="105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p:nvCxnSpPr>
        <p:spPr>
          <a:xfrm>
            <a:off x="931766" y="3825022"/>
            <a:ext cx="548416"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p:nvCxnSpPr>
        <p:spPr>
          <a:xfrm>
            <a:off x="2614779" y="3825022"/>
            <a:ext cx="548416"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p:nvCxnSpPr>
        <p:spPr>
          <a:xfrm>
            <a:off x="4297793" y="3825022"/>
            <a:ext cx="548416"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p:nvCxnSpPr>
        <p:spPr>
          <a:xfrm>
            <a:off x="5980806" y="3825022"/>
            <a:ext cx="548416"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p:nvCxnSpPr>
        <p:spPr>
          <a:xfrm>
            <a:off x="7663819" y="3825022"/>
            <a:ext cx="548416"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805975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9144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406570" y="4240093"/>
            <a:ext cx="2469980" cy="1463040"/>
          </a:xfrm>
        </p:spPr>
        <p:txBody>
          <a:bodyPr lIns="0" tIns="0" rIns="0" bIns="0">
            <a:noAutofit/>
          </a:bodyPr>
          <a:lstStyle>
            <a:lvl1pPr marL="0" indent="0" algn="l">
              <a:lnSpc>
                <a:spcPct val="100000"/>
              </a:lnSpc>
              <a:spcBef>
                <a:spcPts val="450"/>
              </a:spcBef>
              <a:spcAft>
                <a:spcPts val="300"/>
              </a:spcAft>
              <a:buNone/>
              <a:defRPr sz="1050">
                <a:solidFill>
                  <a:schemeClr val="bg1"/>
                </a:solidFill>
                <a:latin typeface="+mn-lt"/>
                <a:cs typeface="Arial" panose="020B0604020202020204" pitchFamily="34" charset="0"/>
              </a:defRPr>
            </a:lvl1pPr>
            <a:lvl2pPr>
              <a:lnSpc>
                <a:spcPct val="100000"/>
              </a:lnSpc>
              <a:spcBef>
                <a:spcPts val="450"/>
              </a:spcBef>
              <a:spcAft>
                <a:spcPts val="300"/>
              </a:spcAft>
              <a:defRPr sz="1200">
                <a:solidFill>
                  <a:schemeClr val="bg1"/>
                </a:solidFill>
                <a:latin typeface="Arial" panose="020B0604020202020204" pitchFamily="34" charset="0"/>
                <a:cs typeface="Arial" panose="020B0604020202020204" pitchFamily="34" charset="0"/>
              </a:defRPr>
            </a:lvl2pPr>
            <a:lvl3pPr>
              <a:lnSpc>
                <a:spcPct val="100000"/>
              </a:lnSpc>
              <a:spcBef>
                <a:spcPts val="450"/>
              </a:spcBef>
              <a:spcAft>
                <a:spcPts val="300"/>
              </a:spcAft>
              <a:defRPr sz="1050">
                <a:solidFill>
                  <a:schemeClr val="bg1"/>
                </a:solidFill>
                <a:latin typeface="Arial" panose="020B0604020202020204" pitchFamily="34" charset="0"/>
                <a:cs typeface="Arial" panose="020B0604020202020204" pitchFamily="34" charset="0"/>
              </a:defRPr>
            </a:lvl3pPr>
            <a:lvl4pPr>
              <a:defRPr sz="1050">
                <a:solidFill>
                  <a:schemeClr val="bg1"/>
                </a:solidFill>
                <a:latin typeface="Arial" panose="020B0604020202020204" pitchFamily="34" charset="0"/>
                <a:cs typeface="Arial" panose="020B0604020202020204" pitchFamily="34" charset="0"/>
              </a:defRPr>
            </a:lvl4pPr>
            <a:lvl5pPr>
              <a:defRPr sz="105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6"/>
            <a:ext cx="9144002" cy="2289897"/>
          </a:xfrm>
        </p:spPr>
        <p:txBody>
          <a:bodyPr anchor="ctr">
            <a:normAutofit/>
          </a:bodyPr>
          <a:lstStyle>
            <a:lvl1pPr marL="0" indent="0" algn="ctr">
              <a:buNone/>
              <a:defRPr sz="105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3333127" y="4240093"/>
            <a:ext cx="2469980" cy="1463040"/>
          </a:xfrm>
        </p:spPr>
        <p:txBody>
          <a:bodyPr lIns="0" tIns="0" rIns="0" bIns="0">
            <a:noAutofit/>
          </a:bodyPr>
          <a:lstStyle>
            <a:lvl1pPr marL="0" indent="0" algn="l">
              <a:lnSpc>
                <a:spcPct val="100000"/>
              </a:lnSpc>
              <a:spcBef>
                <a:spcPts val="450"/>
              </a:spcBef>
              <a:spcAft>
                <a:spcPts val="300"/>
              </a:spcAft>
              <a:buNone/>
              <a:defRPr sz="1050">
                <a:solidFill>
                  <a:schemeClr val="bg1"/>
                </a:solidFill>
                <a:latin typeface="+mn-lt"/>
                <a:cs typeface="Arial" panose="020B0604020202020204" pitchFamily="34" charset="0"/>
              </a:defRPr>
            </a:lvl1pPr>
            <a:lvl2pPr>
              <a:lnSpc>
                <a:spcPct val="100000"/>
              </a:lnSpc>
              <a:spcBef>
                <a:spcPts val="450"/>
              </a:spcBef>
              <a:spcAft>
                <a:spcPts val="300"/>
              </a:spcAft>
              <a:defRPr sz="1200">
                <a:solidFill>
                  <a:schemeClr val="bg1"/>
                </a:solidFill>
                <a:latin typeface="Arial" panose="020B0604020202020204" pitchFamily="34" charset="0"/>
                <a:cs typeface="Arial" panose="020B0604020202020204" pitchFamily="34" charset="0"/>
              </a:defRPr>
            </a:lvl2pPr>
            <a:lvl3pPr>
              <a:lnSpc>
                <a:spcPct val="100000"/>
              </a:lnSpc>
              <a:spcBef>
                <a:spcPts val="450"/>
              </a:spcBef>
              <a:spcAft>
                <a:spcPts val="300"/>
              </a:spcAft>
              <a:defRPr sz="1050">
                <a:solidFill>
                  <a:schemeClr val="bg1"/>
                </a:solidFill>
                <a:latin typeface="Arial" panose="020B0604020202020204" pitchFamily="34" charset="0"/>
                <a:cs typeface="Arial" panose="020B0604020202020204" pitchFamily="34" charset="0"/>
              </a:defRPr>
            </a:lvl3pPr>
            <a:lvl4pPr>
              <a:defRPr sz="1050">
                <a:solidFill>
                  <a:schemeClr val="bg1"/>
                </a:solidFill>
                <a:latin typeface="Arial" panose="020B0604020202020204" pitchFamily="34" charset="0"/>
                <a:cs typeface="Arial" panose="020B0604020202020204" pitchFamily="34" charset="0"/>
              </a:defRPr>
            </a:lvl4pPr>
            <a:lvl5pPr>
              <a:defRPr sz="105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6259683" y="4240093"/>
            <a:ext cx="2469980" cy="1463040"/>
          </a:xfrm>
        </p:spPr>
        <p:txBody>
          <a:bodyPr lIns="0" tIns="0" rIns="0" bIns="0">
            <a:noAutofit/>
          </a:bodyPr>
          <a:lstStyle>
            <a:lvl1pPr marL="0" indent="0" algn="l">
              <a:lnSpc>
                <a:spcPct val="100000"/>
              </a:lnSpc>
              <a:spcBef>
                <a:spcPts val="450"/>
              </a:spcBef>
              <a:spcAft>
                <a:spcPts val="300"/>
              </a:spcAft>
              <a:buNone/>
              <a:defRPr sz="1050">
                <a:solidFill>
                  <a:schemeClr val="bg1"/>
                </a:solidFill>
                <a:latin typeface="+mn-lt"/>
                <a:cs typeface="Arial" panose="020B0604020202020204" pitchFamily="34" charset="0"/>
              </a:defRPr>
            </a:lvl1pPr>
            <a:lvl2pPr>
              <a:lnSpc>
                <a:spcPct val="100000"/>
              </a:lnSpc>
              <a:spcBef>
                <a:spcPts val="450"/>
              </a:spcBef>
              <a:spcAft>
                <a:spcPts val="300"/>
              </a:spcAft>
              <a:defRPr sz="1200">
                <a:solidFill>
                  <a:schemeClr val="bg1"/>
                </a:solidFill>
                <a:latin typeface="Arial" panose="020B0604020202020204" pitchFamily="34" charset="0"/>
                <a:cs typeface="Arial" panose="020B0604020202020204" pitchFamily="34" charset="0"/>
              </a:defRPr>
            </a:lvl2pPr>
            <a:lvl3pPr>
              <a:lnSpc>
                <a:spcPct val="100000"/>
              </a:lnSpc>
              <a:spcBef>
                <a:spcPts val="450"/>
              </a:spcBef>
              <a:spcAft>
                <a:spcPts val="300"/>
              </a:spcAft>
              <a:defRPr sz="1050">
                <a:solidFill>
                  <a:schemeClr val="bg1"/>
                </a:solidFill>
                <a:latin typeface="Arial" panose="020B0604020202020204" pitchFamily="34" charset="0"/>
                <a:cs typeface="Arial" panose="020B0604020202020204" pitchFamily="34" charset="0"/>
              </a:defRPr>
            </a:lvl3pPr>
            <a:lvl4pPr>
              <a:defRPr sz="1050">
                <a:solidFill>
                  <a:schemeClr val="bg1"/>
                </a:solidFill>
                <a:latin typeface="Arial" panose="020B0604020202020204" pitchFamily="34" charset="0"/>
                <a:cs typeface="Arial" panose="020B0604020202020204" pitchFamily="34" charset="0"/>
              </a:defRPr>
            </a:lvl4pPr>
            <a:lvl5pPr>
              <a:defRPr sz="105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20988449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9144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406570" y="4240093"/>
            <a:ext cx="7051505" cy="1463040"/>
          </a:xfrm>
        </p:spPr>
        <p:txBody>
          <a:bodyPr lIns="0" tIns="0" rIns="0" bIns="0">
            <a:noAutofit/>
          </a:bodyPr>
          <a:lstStyle>
            <a:lvl1pPr marL="0" indent="0" algn="l">
              <a:lnSpc>
                <a:spcPct val="100000"/>
              </a:lnSpc>
              <a:spcBef>
                <a:spcPts val="225"/>
              </a:spcBef>
              <a:spcAft>
                <a:spcPts val="225"/>
              </a:spcAft>
              <a:buNone/>
              <a:defRPr sz="1050">
                <a:solidFill>
                  <a:schemeClr val="bg1"/>
                </a:solidFill>
                <a:latin typeface="+mn-lt"/>
                <a:cs typeface="Arial" panose="020B0604020202020204" pitchFamily="34" charset="0"/>
              </a:defRPr>
            </a:lvl1pPr>
            <a:lvl2pPr>
              <a:lnSpc>
                <a:spcPct val="100000"/>
              </a:lnSpc>
              <a:spcBef>
                <a:spcPts val="450"/>
              </a:spcBef>
              <a:spcAft>
                <a:spcPts val="300"/>
              </a:spcAft>
              <a:defRPr sz="1200">
                <a:solidFill>
                  <a:schemeClr val="bg1"/>
                </a:solidFill>
                <a:latin typeface="Arial" panose="020B0604020202020204" pitchFamily="34" charset="0"/>
                <a:cs typeface="Arial" panose="020B0604020202020204" pitchFamily="34" charset="0"/>
              </a:defRPr>
            </a:lvl2pPr>
            <a:lvl3pPr>
              <a:lnSpc>
                <a:spcPct val="100000"/>
              </a:lnSpc>
              <a:spcBef>
                <a:spcPts val="450"/>
              </a:spcBef>
              <a:spcAft>
                <a:spcPts val="300"/>
              </a:spcAft>
              <a:defRPr sz="1050">
                <a:solidFill>
                  <a:schemeClr val="bg1"/>
                </a:solidFill>
                <a:latin typeface="Arial" panose="020B0604020202020204" pitchFamily="34" charset="0"/>
                <a:cs typeface="Arial" panose="020B0604020202020204" pitchFamily="34" charset="0"/>
              </a:defRPr>
            </a:lvl3pPr>
            <a:lvl4pPr>
              <a:defRPr sz="1050">
                <a:solidFill>
                  <a:schemeClr val="bg1"/>
                </a:solidFill>
                <a:latin typeface="Arial" panose="020B0604020202020204" pitchFamily="34" charset="0"/>
                <a:cs typeface="Arial" panose="020B0604020202020204" pitchFamily="34" charset="0"/>
              </a:defRPr>
            </a:lvl4pPr>
            <a:lvl5pPr>
              <a:defRPr sz="105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6"/>
            <a:ext cx="9144002" cy="2289897"/>
          </a:xfrm>
        </p:spPr>
        <p:txBody>
          <a:bodyPr anchor="ctr">
            <a:normAutofit/>
          </a:bodyPr>
          <a:lstStyle>
            <a:lvl1pPr marL="0" indent="0" algn="ctr">
              <a:buNone/>
              <a:defRPr sz="105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512241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9144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35" name="Freeform: Shape 34">
            <a:extLst>
              <a:ext uri="{FF2B5EF4-FFF2-40B4-BE49-F238E27FC236}">
                <a16:creationId xmlns:a16="http://schemas.microsoft.com/office/drawing/2014/main" id="{62EEBF51-DCAD-4335-85E9-52801031A1BF}"/>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3082566" y="1444650"/>
            <a:ext cx="5661385" cy="4579079"/>
          </a:xfrm>
        </p:spPr>
        <p:txBody>
          <a:bodyPr>
            <a:normAutofit/>
          </a:bodyPr>
          <a:lstStyle>
            <a:lvl1pPr marL="0" indent="0">
              <a:buNone/>
              <a:defRPr sz="18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332525" y="1444650"/>
            <a:ext cx="2523797" cy="4579079"/>
          </a:xfrm>
        </p:spPr>
        <p:txBody>
          <a:bodyPr/>
          <a:lstStyle>
            <a:lvl1pPr marL="0" indent="0">
              <a:buFont typeface="Arial" panose="020B0604020202020204" pitchFamily="34" charset="0"/>
              <a:buNone/>
              <a:defRPr sz="12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noProof="0"/>
              <a:t>Click to edit Master text styles</a:t>
            </a:r>
          </a:p>
        </p:txBody>
      </p:sp>
    </p:spTree>
    <p:extLst>
      <p:ext uri="{BB962C8B-B14F-4D97-AF65-F5344CB8AC3E}">
        <p14:creationId xmlns:p14="http://schemas.microsoft.com/office/powerpoint/2010/main" val="2183901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9">
            <a:extLst>
              <a:ext uri="{FF2B5EF4-FFF2-40B4-BE49-F238E27FC236}">
                <a16:creationId xmlns:a16="http://schemas.microsoft.com/office/drawing/2014/main" id="{63D26743-0505-444C-80B3-E88EE87DF72B}"/>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8" name="Freeform: Shape 17">
            <a:extLst>
              <a:ext uri="{FF2B5EF4-FFF2-40B4-BE49-F238E27FC236}">
                <a16:creationId xmlns:a16="http://schemas.microsoft.com/office/drawing/2014/main" id="{E37145E9-AC61-47D5-9288-8789940F81B6}"/>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12" name="Freeform: Shape 11">
            <a:extLst>
              <a:ext uri="{FF2B5EF4-FFF2-40B4-BE49-F238E27FC236}">
                <a16:creationId xmlns:a16="http://schemas.microsoft.com/office/drawing/2014/main" id="{A5E2B3ED-9A49-40A7-B8A3-62595FE513F9}"/>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8" name="Freeform: Shape 7">
            <a:extLst>
              <a:ext uri="{FF2B5EF4-FFF2-40B4-BE49-F238E27FC236}">
                <a16:creationId xmlns:a16="http://schemas.microsoft.com/office/drawing/2014/main" id="{1599AF7E-3E34-4597-AA72-9373A7FDB020}"/>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333375" y="542926"/>
            <a:ext cx="8410575" cy="424732"/>
          </a:xfrm>
        </p:spPr>
        <p:txBody>
          <a:bodyPr vert="horz" wrap="square" lIns="91440" tIns="45720" rIns="91440" bIns="45720" rtlCol="0" anchor="t">
            <a:spAutoFit/>
          </a:bodyPr>
          <a:lstStyle>
            <a:lvl1pPr>
              <a:defRPr lang="en-GB" sz="2400" b="1" spc="-53"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p:nvGrpSpPr>
        <p:grpSpPr>
          <a:xfrm rot="16200000">
            <a:off x="307600" y="-241991"/>
            <a:ext cx="535531" cy="483982"/>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6" name="Group 5">
            <a:extLst>
              <a:ext uri="{FF2B5EF4-FFF2-40B4-BE49-F238E27FC236}">
                <a16:creationId xmlns:a16="http://schemas.microsoft.com/office/drawing/2014/main" id="{D9EBF8BB-A805-4DDB-B459-082F99815B95}"/>
              </a:ext>
            </a:extLst>
          </p:cNvPr>
          <p:cNvGrpSpPr/>
          <p:nvPr/>
        </p:nvGrpSpPr>
        <p:grpSpPr>
          <a:xfrm>
            <a:off x="-1" y="1357409"/>
            <a:ext cx="9144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35" name="Freeform: Shape 34">
            <a:extLst>
              <a:ext uri="{FF2B5EF4-FFF2-40B4-BE49-F238E27FC236}">
                <a16:creationId xmlns:a16="http://schemas.microsoft.com/office/drawing/2014/main" id="{62EEBF51-DCAD-4335-85E9-52801031A1BF}"/>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332525" y="1444650"/>
            <a:ext cx="2523797" cy="4579079"/>
          </a:xfrm>
        </p:spPr>
        <p:txBody>
          <a:bodyPr/>
          <a:lstStyle>
            <a:lvl1pPr marL="0" indent="0">
              <a:buFont typeface="Arial" panose="020B0604020202020204" pitchFamily="34" charset="0"/>
              <a:buNone/>
              <a:defRPr sz="12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2973217" y="1444650"/>
            <a:ext cx="5770733" cy="4579079"/>
          </a:xfrm>
        </p:spPr>
        <p:txBody>
          <a:bodyPr>
            <a:normAutofit/>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vl6pPr>
              <a:defRPr sz="1500"/>
            </a:lvl6pPr>
            <a:lvl7pPr>
              <a:defRPr sz="1500"/>
            </a:lvl7pPr>
            <a:lvl8pPr>
              <a:defRPr sz="1500"/>
            </a:lvl8pPr>
            <a:lvl9pPr>
              <a:defRPr sz="15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118974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p:nvSpPr>
        <p:spPr>
          <a:xfrm>
            <a:off x="0" y="1"/>
            <a:ext cx="9144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9" name="Freeform: Shape 9">
            <a:extLst>
              <a:ext uri="{FF2B5EF4-FFF2-40B4-BE49-F238E27FC236}">
                <a16:creationId xmlns:a16="http://schemas.microsoft.com/office/drawing/2014/main" id="{07077B00-C1EE-7241-B441-7814F92A7EDF}"/>
              </a:ext>
            </a:extLst>
          </p:cNvPr>
          <p:cNvSpPr/>
          <p:nvPr/>
        </p:nvSpPr>
        <p:spPr>
          <a:xfrm>
            <a:off x="0" y="1"/>
            <a:ext cx="9144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20" name="Freeform: Shape 17">
            <a:extLst>
              <a:ext uri="{FF2B5EF4-FFF2-40B4-BE49-F238E27FC236}">
                <a16:creationId xmlns:a16="http://schemas.microsoft.com/office/drawing/2014/main" id="{3A1AEBC4-637E-F64C-9192-69AC4BB26D0C}"/>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21" name="Freeform: Shape 11">
            <a:extLst>
              <a:ext uri="{FF2B5EF4-FFF2-40B4-BE49-F238E27FC236}">
                <a16:creationId xmlns:a16="http://schemas.microsoft.com/office/drawing/2014/main" id="{669A7039-C54C-8E46-9A8B-DDB2547D989C}"/>
              </a:ext>
            </a:extLst>
          </p:cNvPr>
          <p:cNvSpPr/>
          <p:nvPr/>
        </p:nvSpPr>
        <p:spPr>
          <a:xfrm rot="16200000" flipV="1">
            <a:off x="1140629"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2" name="Freeform: Shape 7">
            <a:extLst>
              <a:ext uri="{FF2B5EF4-FFF2-40B4-BE49-F238E27FC236}">
                <a16:creationId xmlns:a16="http://schemas.microsoft.com/office/drawing/2014/main" id="{4F173B32-87BB-9A40-8C91-4C1EED2B7ABF}"/>
              </a:ext>
            </a:extLst>
          </p:cNvPr>
          <p:cNvSpPr/>
          <p:nvPr/>
        </p:nvSpPr>
        <p:spPr>
          <a:xfrm rot="16200000" flipV="1">
            <a:off x="1140628" y="-1140627"/>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nvGrpSpPr>
          <p:cNvPr id="24" name="Group 23">
            <a:extLst>
              <a:ext uri="{FF2B5EF4-FFF2-40B4-BE49-F238E27FC236}">
                <a16:creationId xmlns:a16="http://schemas.microsoft.com/office/drawing/2014/main" id="{4AC87F4E-12B5-1B42-AFD2-4DB39B7645C9}"/>
              </a:ext>
            </a:extLst>
          </p:cNvPr>
          <p:cNvGrpSpPr/>
          <p:nvPr/>
        </p:nvGrpSpPr>
        <p:grpSpPr>
          <a:xfrm rot="16200000">
            <a:off x="307600" y="-241991"/>
            <a:ext cx="535531" cy="483982"/>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30" name="Freeform: Shape 23">
            <a:extLst>
              <a:ext uri="{FF2B5EF4-FFF2-40B4-BE49-F238E27FC236}">
                <a16:creationId xmlns:a16="http://schemas.microsoft.com/office/drawing/2014/main" id="{CBE3FDC9-67CB-FA42-B127-A36BFF4678BB}"/>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8439150" y="6315076"/>
            <a:ext cx="304800" cy="365125"/>
          </a:xfrm>
        </p:spPr>
        <p:txBody>
          <a:bodyPr/>
          <a:lstStyle>
            <a:lvl1pPr>
              <a:defRPr sz="75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6123334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p:nvSpPr>
        <p:spPr>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2223" y="0"/>
            <a:ext cx="9156224"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1143000" y="-1143001"/>
            <a:ext cx="6858000" cy="9144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1143000" y="-1143001"/>
            <a:ext cx="6858000" cy="9144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nvGrpSpPr>
          <p:cNvPr id="6" name="Group 5">
            <a:extLst>
              <a:ext uri="{FF2B5EF4-FFF2-40B4-BE49-F238E27FC236}">
                <a16:creationId xmlns:a16="http://schemas.microsoft.com/office/drawing/2014/main" id="{EA7FF9D7-8545-4547-AC77-A0421EEB9B99}"/>
              </a:ext>
            </a:extLst>
          </p:cNvPr>
          <p:cNvGrpSpPr/>
          <p:nvPr/>
        </p:nvGrpSpPr>
        <p:grpSpPr>
          <a:xfrm>
            <a:off x="0" y="0"/>
            <a:ext cx="5161475"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3912931" y="2807208"/>
            <a:ext cx="3709199" cy="1243584"/>
          </a:xfrm>
        </p:spPr>
        <p:txBody>
          <a:bodyPr vert="horz" lIns="91440" tIns="45720" rIns="91440" bIns="45720" rtlCol="0" anchor="ctr">
            <a:noAutofit/>
          </a:bodyPr>
          <a:lstStyle>
            <a:lvl1pPr>
              <a:defRPr lang="en-GB" sz="405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98194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p:nvSpPr>
        <p:spPr>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2223" y="0"/>
            <a:ext cx="9156224"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1143000" y="-1143001"/>
            <a:ext cx="6858000" cy="9144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1143000" y="-1143001"/>
            <a:ext cx="6858000" cy="9144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4770181" y="3429000"/>
            <a:ext cx="3709199" cy="1243584"/>
          </a:xfrm>
        </p:spPr>
        <p:txBody>
          <a:bodyPr vert="horz" lIns="91440" tIns="45720" rIns="91440" bIns="45720" rtlCol="0" anchor="ctr">
            <a:noAutofit/>
          </a:bodyPr>
          <a:lstStyle>
            <a:lvl1pPr>
              <a:defRPr lang="en-GB" sz="405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p:nvSpPr>
        <p:spPr>
          <a:xfrm rot="13500000">
            <a:off x="-1302864" y="-162471"/>
            <a:ext cx="6043521" cy="6320308"/>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32" name="Freeform: Shape 31">
            <a:extLst>
              <a:ext uri="{FF2B5EF4-FFF2-40B4-BE49-F238E27FC236}">
                <a16:creationId xmlns:a16="http://schemas.microsoft.com/office/drawing/2014/main" id="{26AFB47A-5D51-4F9C-B01B-977CE5E3C093}"/>
              </a:ext>
            </a:extLst>
          </p:cNvPr>
          <p:cNvSpPr/>
          <p:nvPr/>
        </p:nvSpPr>
        <p:spPr>
          <a:xfrm rot="13500000">
            <a:off x="-1614363" y="-997743"/>
            <a:ext cx="6043521" cy="675666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30" name="Freeform: Shape 29">
            <a:extLst>
              <a:ext uri="{FF2B5EF4-FFF2-40B4-BE49-F238E27FC236}">
                <a16:creationId xmlns:a16="http://schemas.microsoft.com/office/drawing/2014/main" id="{6997A4FF-7390-4173-8ACD-6CF7145AACEC}"/>
              </a:ext>
            </a:extLst>
          </p:cNvPr>
          <p:cNvSpPr/>
          <p:nvPr/>
        </p:nvSpPr>
        <p:spPr>
          <a:xfrm rot="18900000" flipH="1">
            <a:off x="-2010864" y="-465959"/>
            <a:ext cx="647933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Tree>
    <p:extLst>
      <p:ext uri="{BB962C8B-B14F-4D97-AF65-F5344CB8AC3E}">
        <p14:creationId xmlns:p14="http://schemas.microsoft.com/office/powerpoint/2010/main" val="654661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628650" y="365126"/>
            <a:ext cx="81153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628650" y="1825625"/>
            <a:ext cx="81153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8334375" y="6356351"/>
            <a:ext cx="4953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p:nvSpPr>
        <p:spPr>
          <a:xfrm>
            <a:off x="0" y="2"/>
            <a:ext cx="9144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7" name="Freeform: Shape 9">
            <a:extLst>
              <a:ext uri="{FF2B5EF4-FFF2-40B4-BE49-F238E27FC236}">
                <a16:creationId xmlns:a16="http://schemas.microsoft.com/office/drawing/2014/main" id="{096D8877-6B4A-4540-8927-767DD7401718}"/>
              </a:ext>
            </a:extLst>
          </p:cNvPr>
          <p:cNvSpPr/>
          <p:nvPr/>
        </p:nvSpPr>
        <p:spPr>
          <a:xfrm>
            <a:off x="0" y="2"/>
            <a:ext cx="9144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8" name="Freeform: Shape 17">
            <a:extLst>
              <a:ext uri="{FF2B5EF4-FFF2-40B4-BE49-F238E27FC236}">
                <a16:creationId xmlns:a16="http://schemas.microsoft.com/office/drawing/2014/main" id="{5AF2E123-FE0F-8541-8E36-5030C450AA7E}"/>
              </a:ext>
            </a:extLst>
          </p:cNvPr>
          <p:cNvSpPr/>
          <p:nvPr/>
        </p:nvSpPr>
        <p:spPr>
          <a:xfrm rot="16200000" flipV="1">
            <a:off x="1365764" y="-915491"/>
            <a:ext cx="6862744" cy="869372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noProof="0" dirty="0"/>
          </a:p>
        </p:txBody>
      </p:sp>
      <p:sp>
        <p:nvSpPr>
          <p:cNvPr id="9" name="Freeform: Shape 11">
            <a:extLst>
              <a:ext uri="{FF2B5EF4-FFF2-40B4-BE49-F238E27FC236}">
                <a16:creationId xmlns:a16="http://schemas.microsoft.com/office/drawing/2014/main" id="{E5519D99-3B68-924A-9CD0-14B911711CA8}"/>
              </a:ext>
            </a:extLst>
          </p:cNvPr>
          <p:cNvSpPr/>
          <p:nvPr/>
        </p:nvSpPr>
        <p:spPr>
          <a:xfrm rot="16200000" flipV="1">
            <a:off x="1140629" y="-1145372"/>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0" name="Freeform: Shape 7">
            <a:extLst>
              <a:ext uri="{FF2B5EF4-FFF2-40B4-BE49-F238E27FC236}">
                <a16:creationId xmlns:a16="http://schemas.microsoft.com/office/drawing/2014/main" id="{A09E21A9-FBEF-144C-A152-FE484F3C55C1}"/>
              </a:ext>
            </a:extLst>
          </p:cNvPr>
          <p:cNvSpPr/>
          <p:nvPr/>
        </p:nvSpPr>
        <p:spPr>
          <a:xfrm rot="16200000" flipV="1">
            <a:off x="1140629" y="-1145372"/>
            <a:ext cx="6862744" cy="9144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1" name="Title 1">
            <a:extLst>
              <a:ext uri="{FF2B5EF4-FFF2-40B4-BE49-F238E27FC236}">
                <a16:creationId xmlns:a16="http://schemas.microsoft.com/office/drawing/2014/main" id="{70C7F2CB-A8CE-1545-A08D-93592C4BAEEA}"/>
              </a:ext>
            </a:extLst>
          </p:cNvPr>
          <p:cNvSpPr txBox="1">
            <a:spLocks/>
          </p:cNvSpPr>
          <p:nvPr/>
        </p:nvSpPr>
        <p:spPr>
          <a:xfrm>
            <a:off x="333375" y="542925"/>
            <a:ext cx="8410575" cy="401648"/>
          </a:xfrm>
          <a:prstGeom prst="rect">
            <a:avLst/>
          </a:prstGeom>
        </p:spPr>
        <p:txBody>
          <a:bodyPr vert="horz" wrap="square" lIns="68580" tIns="34290" rIns="68580" bIns="3429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sz="2400"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p:nvGrpSpPr>
        <p:grpSpPr>
          <a:xfrm rot="16200000">
            <a:off x="307600" y="-241991"/>
            <a:ext cx="535531" cy="483982"/>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grpSp>
        <p:nvGrpSpPr>
          <p:cNvPr id="15" name="Group 14">
            <a:extLst>
              <a:ext uri="{FF2B5EF4-FFF2-40B4-BE49-F238E27FC236}">
                <a16:creationId xmlns:a16="http://schemas.microsoft.com/office/drawing/2014/main" id="{BE1E08A0-195D-694F-947B-986A76FBB93E}"/>
              </a:ext>
            </a:extLst>
          </p:cNvPr>
          <p:cNvGrpSpPr/>
          <p:nvPr/>
        </p:nvGrpSpPr>
        <p:grpSpPr>
          <a:xfrm>
            <a:off x="-1" y="1357409"/>
            <a:ext cx="9144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sz="1350"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grpSp>
      <p:sp>
        <p:nvSpPr>
          <p:cNvPr id="18" name="Freeform: Shape 23">
            <a:extLst>
              <a:ext uri="{FF2B5EF4-FFF2-40B4-BE49-F238E27FC236}">
                <a16:creationId xmlns:a16="http://schemas.microsoft.com/office/drawing/2014/main" id="{A587DEFD-D470-4142-8E0D-A71DDB147C92}"/>
              </a:ext>
            </a:extLst>
          </p:cNvPr>
          <p:cNvSpPr/>
          <p:nvPr/>
        </p:nvSpPr>
        <p:spPr>
          <a:xfrm flipH="1">
            <a:off x="8086725" y="5448298"/>
            <a:ext cx="1057275"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p:nvSpPr>
        <p:spPr>
          <a:xfrm>
            <a:off x="8439150" y="6315076"/>
            <a:ext cx="3048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sz="750" noProof="0" smtClean="0"/>
              <a:pPr/>
              <a:t>‹#›</a:t>
            </a:fld>
            <a:endParaRPr lang="en-US" sz="750" noProof="0" dirty="0"/>
          </a:p>
        </p:txBody>
      </p:sp>
    </p:spTree>
    <p:extLst>
      <p:ext uri="{BB962C8B-B14F-4D97-AF65-F5344CB8AC3E}">
        <p14:creationId xmlns:p14="http://schemas.microsoft.com/office/powerpoint/2010/main" val="72509153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Clr>
          <a:schemeClr val="accent2"/>
        </a:buClr>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2"/>
        </a:buClr>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2"/>
        </a:buClr>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2"/>
        </a:buClr>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2"/>
        </a:buClr>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79376" y="1746730"/>
            <a:ext cx="3238192" cy="612348"/>
          </a:xfrm>
          <a:prstGeom prst="rect">
            <a:avLst/>
          </a:prstGeom>
        </p:spPr>
        <p:txBody>
          <a:bodyPr wrap="square" lIns="0" tIns="39370" rIns="0" bIns="0" rtlCol="0">
            <a:noAutofit/>
          </a:bodyPr>
          <a:lstStyle/>
          <a:p>
            <a:pPr marL="12700">
              <a:lnSpc>
                <a:spcPts val="6200"/>
              </a:lnSpc>
            </a:pPr>
            <a:r>
              <a:rPr sz="8000" dirty="0">
                <a:solidFill>
                  <a:schemeClr val="bg1"/>
                </a:solidFill>
                <a:latin typeface="Bernard MT Condensed"/>
                <a:cs typeface="Bernard MT Condensed"/>
              </a:rPr>
              <a:t>Satelit</a:t>
            </a:r>
          </a:p>
        </p:txBody>
      </p:sp>
      <p:sp>
        <p:nvSpPr>
          <p:cNvPr id="2" name="object 2"/>
          <p:cNvSpPr txBox="1"/>
          <p:nvPr/>
        </p:nvSpPr>
        <p:spPr>
          <a:xfrm>
            <a:off x="6629400" y="4876800"/>
            <a:ext cx="2229539" cy="432307"/>
          </a:xfrm>
          <a:prstGeom prst="rect">
            <a:avLst/>
          </a:prstGeom>
        </p:spPr>
        <p:txBody>
          <a:bodyPr wrap="square" lIns="0" tIns="21621" rIns="0" bIns="0" rtlCol="0">
            <a:noAutofit/>
          </a:bodyPr>
          <a:lstStyle/>
          <a:p>
            <a:pPr marL="12700">
              <a:lnSpc>
                <a:spcPts val="3404"/>
              </a:lnSpc>
            </a:pPr>
            <a:r>
              <a:rPr sz="3200" spc="0" dirty="0">
                <a:solidFill>
                  <a:schemeClr val="bg1"/>
                </a:solidFill>
                <a:latin typeface="Bernard MT Condensed"/>
                <a:cs typeface="Bernard MT Condensed"/>
              </a:rPr>
              <a:t>Pertemuan XI</a:t>
            </a:r>
            <a:endParaRPr sz="3200" dirty="0">
              <a:solidFill>
                <a:schemeClr val="bg1"/>
              </a:solidFill>
              <a:latin typeface="Bernard MT Condensed"/>
              <a:cs typeface="Bernard MT Condense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26440" y="533400"/>
            <a:ext cx="8267005" cy="5840171"/>
          </a:xfrm>
          <a:prstGeom prst="rect">
            <a:avLst/>
          </a:prstGeom>
        </p:spPr>
        <p:txBody>
          <a:bodyPr wrap="square" lIns="0" tIns="15875" rIns="0" bIns="0" rtlCol="0">
            <a:noAutofit/>
          </a:bodyPr>
          <a:lstStyle/>
          <a:p>
            <a:pPr marL="12700" algn="just">
              <a:lnSpc>
                <a:spcPts val="2500"/>
              </a:lnSpc>
            </a:pPr>
            <a:endParaRPr sz="2400" dirty="0">
              <a:solidFill>
                <a:schemeClr val="bg1"/>
              </a:solidFill>
              <a:latin typeface="Calibri"/>
              <a:cs typeface="Calibri"/>
            </a:endParaRPr>
          </a:p>
        </p:txBody>
      </p:sp>
      <p:sp>
        <p:nvSpPr>
          <p:cNvPr id="6" name="Text 1">
            <a:extLst>
              <a:ext uri="{FF2B5EF4-FFF2-40B4-BE49-F238E27FC236}">
                <a16:creationId xmlns:a16="http://schemas.microsoft.com/office/drawing/2014/main" id="{57F506BB-9630-1615-6E63-4C30453007ED}"/>
              </a:ext>
            </a:extLst>
          </p:cNvPr>
          <p:cNvSpPr/>
          <p:nvPr/>
        </p:nvSpPr>
        <p:spPr>
          <a:xfrm>
            <a:off x="461886" y="356433"/>
            <a:ext cx="4430713" cy="4172902"/>
          </a:xfrm>
          <a:prstGeom prst="rect">
            <a:avLst/>
          </a:prstGeom>
          <a:noFill/>
          <a:ln/>
        </p:spPr>
        <p:txBody>
          <a:bodyPr wrap="square" lIns="0" tIns="0" rIns="0" bIns="0" rtlCol="0" anchor="t"/>
          <a:lstStyle/>
          <a:p>
            <a:pPr marL="0" indent="0" algn="just">
              <a:lnSpc>
                <a:spcPts val="2500"/>
              </a:lnSpc>
              <a:buNone/>
            </a:pPr>
            <a:r>
              <a:rPr lang="en-US" sz="1600" dirty="0">
                <a:solidFill>
                  <a:schemeClr val="bg1"/>
                </a:solidFill>
                <a:latin typeface="Raleway Medium" pitchFamily="34" charset="0"/>
                <a:ea typeface="Raleway Medium" pitchFamily="34" charset="-122"/>
                <a:cs typeface="Raleway Medium" pitchFamily="34" charset="-120"/>
              </a:rPr>
              <a:t>Jaringan nirkabel satelit merupakan terobosan teknologi yang mentransformasi cara kita berkomunikasi secara global. Dengan memanfaatkan konstelasi satelit yang berada di berbagai orbit, teknologi ini mampu menghubungkan daerah-daerah terpencil yang sebelumnya terisolasi dari dunia digital. Keunggulan utama sistem ini terletak pada kemampuannya menyediakan konektivitas broadband berkecepatan tinggi tanpa bergantung pada infrastruktur terestrial yang mahal dan sulit dibangun di medan yang </a:t>
            </a:r>
            <a:r>
              <a:rPr lang="en-US" sz="1600" dirty="0" err="1">
                <a:solidFill>
                  <a:schemeClr val="bg1"/>
                </a:solidFill>
                <a:latin typeface="Raleway Medium" pitchFamily="34" charset="0"/>
                <a:ea typeface="Raleway Medium" pitchFamily="34" charset="-122"/>
                <a:cs typeface="Raleway Medium" pitchFamily="34" charset="-120"/>
              </a:rPr>
              <a:t>menantang</a:t>
            </a:r>
            <a:r>
              <a:rPr lang="en-US" sz="1600" dirty="0">
                <a:solidFill>
                  <a:schemeClr val="bg1"/>
                </a:solidFill>
                <a:latin typeface="Raleway Medium" pitchFamily="34" charset="0"/>
                <a:ea typeface="Raleway Medium" pitchFamily="34" charset="-122"/>
                <a:cs typeface="Raleway Medium" pitchFamily="34" charset="-120"/>
              </a:rPr>
              <a:t>.</a:t>
            </a:r>
          </a:p>
          <a:p>
            <a:pPr marL="0" indent="0" algn="just">
              <a:lnSpc>
                <a:spcPts val="2500"/>
              </a:lnSpc>
              <a:buNone/>
            </a:pPr>
            <a:endParaRPr lang="en-US" sz="1600" dirty="0">
              <a:solidFill>
                <a:schemeClr val="bg1"/>
              </a:solidFill>
              <a:latin typeface="Raleway Medium" pitchFamily="34" charset="0"/>
              <a:cs typeface="Raleway Medium" pitchFamily="34" charset="-120"/>
            </a:endParaRPr>
          </a:p>
          <a:p>
            <a:pPr marL="0" indent="0" algn="just">
              <a:lnSpc>
                <a:spcPts val="2500"/>
              </a:lnSpc>
              <a:buNone/>
            </a:pPr>
            <a:endParaRPr lang="en-US" sz="1600" dirty="0">
              <a:solidFill>
                <a:schemeClr val="bg1"/>
              </a:solidFill>
            </a:endParaRPr>
          </a:p>
        </p:txBody>
      </p:sp>
      <p:sp>
        <p:nvSpPr>
          <p:cNvPr id="9" name="TextBox 8">
            <a:extLst>
              <a:ext uri="{FF2B5EF4-FFF2-40B4-BE49-F238E27FC236}">
                <a16:creationId xmlns:a16="http://schemas.microsoft.com/office/drawing/2014/main" id="{77532171-0BA6-1DA3-FF67-BC87ABB7E8F4}"/>
              </a:ext>
            </a:extLst>
          </p:cNvPr>
          <p:cNvSpPr txBox="1"/>
          <p:nvPr/>
        </p:nvSpPr>
        <p:spPr>
          <a:xfrm>
            <a:off x="381000" y="4566149"/>
            <a:ext cx="8153400" cy="1984389"/>
          </a:xfrm>
          <a:prstGeom prst="rect">
            <a:avLst/>
          </a:prstGeom>
          <a:noFill/>
        </p:spPr>
        <p:txBody>
          <a:bodyPr wrap="square">
            <a:spAutoFit/>
          </a:bodyPr>
          <a:lstStyle/>
          <a:p>
            <a:pPr algn="just">
              <a:lnSpc>
                <a:spcPts val="2500"/>
              </a:lnSpc>
            </a:pPr>
            <a:r>
              <a:rPr lang="en-US" sz="1600" dirty="0" err="1">
                <a:solidFill>
                  <a:schemeClr val="bg1"/>
                </a:solidFill>
                <a:latin typeface="Raleway Medium" pitchFamily="34" charset="0"/>
                <a:ea typeface="Raleway Medium" pitchFamily="34" charset="-122"/>
                <a:cs typeface="Raleway Medium" pitchFamily="34" charset="-120"/>
              </a:rPr>
              <a:t>Melalui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jaringan</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ini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layanan</a:t>
            </a:r>
            <a:r>
              <a:rPr lang="en-US" sz="1600" dirty="0">
                <a:solidFill>
                  <a:schemeClr val="bg1"/>
                </a:solidFill>
                <a:latin typeface="Raleway Medium" pitchFamily="34" charset="0"/>
                <a:ea typeface="Raleway Medium" pitchFamily="34" charset="-122"/>
                <a:cs typeface="Raleway Medium" pitchFamily="34" charset="-120"/>
              </a:rPr>
              <a:t> internet, </a:t>
            </a:r>
            <a:r>
              <a:rPr lang="en-US" sz="1600" dirty="0" err="1">
                <a:solidFill>
                  <a:schemeClr val="bg1"/>
                </a:solidFill>
                <a:latin typeface="Raleway Medium" pitchFamily="34" charset="0"/>
                <a:ea typeface="Raleway Medium" pitchFamily="34" charset="-122"/>
                <a:cs typeface="Raleway Medium" pitchFamily="34" charset="-120"/>
              </a:rPr>
              <a:t>telepon</a:t>
            </a:r>
            <a:r>
              <a:rPr lang="en-US" sz="1600" dirty="0">
                <a:solidFill>
                  <a:schemeClr val="bg1"/>
                </a:solidFill>
                <a:latin typeface="Raleway Medium" pitchFamily="34" charset="0"/>
                <a:ea typeface="Raleway Medium" pitchFamily="34" charset="-122"/>
                <a:cs typeface="Raleway Medium" pitchFamily="34" charset="-120"/>
              </a:rPr>
              <a:t>, dan data </a:t>
            </a:r>
            <a:r>
              <a:rPr lang="en-US" sz="1600" dirty="0" err="1">
                <a:solidFill>
                  <a:schemeClr val="bg1"/>
                </a:solidFill>
                <a:latin typeface="Raleway Medium" pitchFamily="34" charset="0"/>
                <a:ea typeface="Raleway Medium" pitchFamily="34" charset="-122"/>
                <a:cs typeface="Raleway Medium" pitchFamily="34" charset="-120"/>
              </a:rPr>
              <a:t>dapat</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diakses</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dengan</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handal</a:t>
            </a:r>
            <a:r>
              <a:rPr lang="en-US" sz="1600" dirty="0">
                <a:solidFill>
                  <a:schemeClr val="bg1"/>
                </a:solidFill>
                <a:latin typeface="Raleway Medium" pitchFamily="34" charset="0"/>
                <a:ea typeface="Raleway Medium" pitchFamily="34" charset="-122"/>
                <a:cs typeface="Raleway Medium" pitchFamily="34" charset="-120"/>
              </a:rPr>
              <a:t> di </a:t>
            </a:r>
            <a:r>
              <a:rPr lang="en-US" sz="1600" dirty="0" err="1">
                <a:solidFill>
                  <a:schemeClr val="bg1"/>
                </a:solidFill>
                <a:latin typeface="Raleway Medium" pitchFamily="34" charset="0"/>
                <a:ea typeface="Raleway Medium" pitchFamily="34" charset="-122"/>
                <a:cs typeface="Raleway Medium" pitchFamily="34" charset="-120"/>
              </a:rPr>
              <a:t>berbagai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kondisi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geografis</a:t>
            </a:r>
            <a:r>
              <a:rPr lang="en-US" sz="1600" dirty="0">
                <a:solidFill>
                  <a:schemeClr val="bg1"/>
                </a:solidFill>
                <a:latin typeface="Raleway Medium" pitchFamily="34" charset="0"/>
                <a:ea typeface="Raleway Medium" pitchFamily="34" charset="-122"/>
                <a:cs typeface="Raleway Medium" pitchFamily="34" charset="-120"/>
              </a:rPr>
              <a:t> - </a:t>
            </a:r>
            <a:r>
              <a:rPr lang="en-US" sz="1600" dirty="0" err="1">
                <a:solidFill>
                  <a:schemeClr val="bg1"/>
                </a:solidFill>
                <a:latin typeface="Raleway Medium" pitchFamily="34" charset="0"/>
                <a:ea typeface="Raleway Medium" pitchFamily="34" charset="-122"/>
                <a:cs typeface="Raleway Medium" pitchFamily="34" charset="-120"/>
              </a:rPr>
              <a:t>mulai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dari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pegunungan</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tinggi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kepulauan</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terpencil</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hingga</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kawasan</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pedesaan</a:t>
            </a:r>
            <a:r>
              <a:rPr lang="en-US" sz="1600" dirty="0">
                <a:solidFill>
                  <a:schemeClr val="bg1"/>
                </a:solidFill>
                <a:latin typeface="Raleway Medium" pitchFamily="34" charset="0"/>
                <a:ea typeface="Raleway Medium" pitchFamily="34" charset="-122"/>
                <a:cs typeface="Raleway Medium" pitchFamily="34" charset="-120"/>
              </a:rPr>
              <a:t> yang </a:t>
            </a:r>
            <a:r>
              <a:rPr lang="en-US" sz="1600" dirty="0" err="1">
                <a:solidFill>
                  <a:schemeClr val="bg1"/>
                </a:solidFill>
                <a:latin typeface="Raleway Medium" pitchFamily="34" charset="0"/>
                <a:ea typeface="Raleway Medium" pitchFamily="34" charset="-122"/>
                <a:cs typeface="Raleway Medium" pitchFamily="34" charset="-120"/>
              </a:rPr>
              <a:t>jauh</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dari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pusat</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kota</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Teknologi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ini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tidak</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hanya</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membuka</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peluang</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baru</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dalam</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bidang</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pendidikan</a:t>
            </a:r>
            <a:r>
              <a:rPr lang="en-US" sz="1600" dirty="0">
                <a:solidFill>
                  <a:schemeClr val="bg1"/>
                </a:solidFill>
                <a:latin typeface="Raleway Medium" pitchFamily="34" charset="0"/>
                <a:ea typeface="Raleway Medium" pitchFamily="34" charset="-122"/>
                <a:cs typeface="Raleway Medium" pitchFamily="34" charset="-120"/>
              </a:rPr>
              <a:t> dan </a:t>
            </a:r>
            <a:r>
              <a:rPr lang="en-US" sz="1600" dirty="0" err="1">
                <a:solidFill>
                  <a:schemeClr val="bg1"/>
                </a:solidFill>
                <a:latin typeface="Raleway Medium" pitchFamily="34" charset="0"/>
                <a:ea typeface="Raleway Medium" pitchFamily="34" charset="-122"/>
                <a:cs typeface="Raleway Medium" pitchFamily="34" charset="-120"/>
              </a:rPr>
              <a:t>kesehatan</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jarak</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jauh</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tetapi</a:t>
            </a:r>
            <a:r>
              <a:rPr lang="en-US" sz="1600" dirty="0">
                <a:solidFill>
                  <a:schemeClr val="bg1"/>
                </a:solidFill>
                <a:latin typeface="Raleway Medium" pitchFamily="34" charset="0"/>
                <a:ea typeface="Raleway Medium" pitchFamily="34" charset="-122"/>
                <a:cs typeface="Raleway Medium" pitchFamily="34" charset="-120"/>
              </a:rPr>
              <a:t> juga </a:t>
            </a:r>
            <a:r>
              <a:rPr lang="en-US" sz="1600" dirty="0" err="1">
                <a:solidFill>
                  <a:schemeClr val="bg1"/>
                </a:solidFill>
                <a:latin typeface="Raleway Medium" pitchFamily="34" charset="0"/>
                <a:ea typeface="Raleway Medium" pitchFamily="34" charset="-122"/>
                <a:cs typeface="Raleway Medium" pitchFamily="34" charset="-120"/>
              </a:rPr>
              <a:t>mendukung</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operasi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tanggap</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darurat</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saat</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infrastruktur</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komunikasi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konvensional</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mengalami</a:t>
            </a:r>
            <a:r>
              <a:rPr lang="en-US" sz="1600" dirty="0">
                <a:solidFill>
                  <a:schemeClr val="bg1"/>
                </a:solidFill>
                <a:latin typeface="Raleway Medium" pitchFamily="34" charset="0"/>
                <a:ea typeface="Raleway Medium" pitchFamily="34" charset="-122"/>
                <a:cs typeface="Raleway Medium" pitchFamily="34" charset="-120"/>
              </a:rPr>
              <a:t> </a:t>
            </a:r>
            <a:r>
              <a:rPr lang="en-US" sz="1600" dirty="0" err="1">
                <a:solidFill>
                  <a:schemeClr val="bg1"/>
                </a:solidFill>
                <a:latin typeface="Raleway Medium" pitchFamily="34" charset="0"/>
                <a:ea typeface="Raleway Medium" pitchFamily="34" charset="-122"/>
                <a:cs typeface="Raleway Medium" pitchFamily="34" charset="-120"/>
              </a:rPr>
              <a:t>gangguan</a:t>
            </a:r>
            <a:r>
              <a:rPr lang="en-US" sz="1600" dirty="0">
                <a:solidFill>
                  <a:schemeClr val="bg1"/>
                </a:solidFill>
                <a:latin typeface="Raleway Medium" pitchFamily="34" charset="0"/>
                <a:ea typeface="Raleway Medium" pitchFamily="34" charset="-122"/>
                <a:cs typeface="Raleway Medium" pitchFamily="34" charset="-120"/>
              </a:rPr>
              <a:t>.</a:t>
            </a:r>
            <a:endParaRPr lang="en-US" sz="16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535940" y="745363"/>
            <a:ext cx="7785217" cy="695960"/>
          </a:xfrm>
          <a:prstGeom prst="rect">
            <a:avLst/>
          </a:prstGeom>
        </p:spPr>
        <p:txBody>
          <a:bodyPr wrap="square" lIns="0" tIns="15875" rIns="0" bIns="0" rtlCol="0">
            <a:noAutofit/>
          </a:bodyPr>
          <a:lstStyle/>
          <a:p>
            <a:pPr marL="12700">
              <a:lnSpc>
                <a:spcPts val="2500"/>
              </a:lnSpc>
            </a:pPr>
            <a:r>
              <a:rPr sz="2400" spc="-5" dirty="0">
                <a:solidFill>
                  <a:schemeClr val="bg1"/>
                </a:solidFill>
                <a:latin typeface="Calibri"/>
                <a:cs typeface="Calibri"/>
              </a:rPr>
              <a:t>Dalam sistem komunikasi satelit, ada beberapa istilah di dalam</a:t>
            </a:r>
            <a:endParaRPr sz="2400" dirty="0">
              <a:solidFill>
                <a:schemeClr val="bg1"/>
              </a:solidFill>
              <a:latin typeface="Calibri"/>
              <a:cs typeface="Calibri"/>
            </a:endParaRPr>
          </a:p>
          <a:p>
            <a:pPr marL="355904" marR="45720">
              <a:lnSpc>
                <a:spcPts val="2880"/>
              </a:lnSpc>
              <a:spcBef>
                <a:spcPts val="19"/>
              </a:spcBef>
            </a:pPr>
            <a:r>
              <a:rPr sz="2400" spc="-12" dirty="0">
                <a:solidFill>
                  <a:schemeClr val="bg1"/>
                </a:solidFill>
                <a:latin typeface="Calibri"/>
                <a:cs typeface="Calibri"/>
              </a:rPr>
              <a:t>komunikasinya, yaitu :</a:t>
            </a:r>
            <a:endParaRPr sz="2400" dirty="0">
              <a:solidFill>
                <a:schemeClr val="bg1"/>
              </a:solidFill>
              <a:latin typeface="Calibri"/>
              <a:cs typeface="Calibri"/>
            </a:endParaRPr>
          </a:p>
        </p:txBody>
      </p:sp>
      <p:sp>
        <p:nvSpPr>
          <p:cNvPr id="6" name="object 6"/>
          <p:cNvSpPr txBox="1"/>
          <p:nvPr/>
        </p:nvSpPr>
        <p:spPr>
          <a:xfrm>
            <a:off x="668360" y="1550034"/>
            <a:ext cx="7785217" cy="5079365"/>
          </a:xfrm>
          <a:prstGeom prst="rect">
            <a:avLst/>
          </a:prstGeom>
        </p:spPr>
        <p:txBody>
          <a:bodyPr wrap="square" lIns="0" tIns="15875" rIns="0" bIns="0" rtlCol="0">
            <a:noAutofit/>
          </a:bodyPr>
          <a:lstStyle/>
          <a:p>
            <a:pPr marL="12700" marR="55810" algn="just">
              <a:lnSpc>
                <a:spcPts val="2500"/>
              </a:lnSpc>
            </a:pPr>
            <a:r>
              <a:rPr lang="en-US" sz="2400" dirty="0">
                <a:solidFill>
                  <a:schemeClr val="bg1"/>
                </a:solidFill>
                <a:latin typeface="Calibri"/>
                <a:cs typeface="Calibri"/>
              </a:rPr>
              <a:t>1. </a:t>
            </a:r>
            <a:r>
              <a:rPr sz="2400" dirty="0">
                <a:solidFill>
                  <a:schemeClr val="bg1"/>
                </a:solidFill>
                <a:latin typeface="Calibri"/>
                <a:cs typeface="Calibri"/>
              </a:rPr>
              <a:t>Uplink</a:t>
            </a:r>
          </a:p>
          <a:p>
            <a:pPr marL="12700" algn="just">
              <a:lnSpc>
                <a:spcPct val="101725"/>
              </a:lnSpc>
              <a:spcBef>
                <a:spcPts val="403"/>
              </a:spcBef>
            </a:pPr>
            <a:r>
              <a:rPr sz="2400" spc="-6" dirty="0">
                <a:solidFill>
                  <a:schemeClr val="bg1"/>
                </a:solidFill>
                <a:latin typeface="Calibri"/>
                <a:cs typeface="Calibri"/>
              </a:rPr>
              <a:t>adalah jalur sinyal dari pengirim ke satelit. </a:t>
            </a:r>
            <a:r>
              <a:rPr sz="2400" spc="-6" dirty="0" err="1">
                <a:solidFill>
                  <a:schemeClr val="bg1"/>
                </a:solidFill>
                <a:latin typeface="Calibri"/>
                <a:cs typeface="Calibri"/>
              </a:rPr>
              <a:t>Komunikasi</a:t>
            </a:r>
            <a:r>
              <a:rPr sz="2400" spc="-6" dirty="0">
                <a:solidFill>
                  <a:schemeClr val="bg1"/>
                </a:solidFill>
                <a:latin typeface="Calibri"/>
                <a:cs typeface="Calibri"/>
              </a:rPr>
              <a:t> </a:t>
            </a:r>
            <a:r>
              <a:rPr sz="2400" spc="-6" dirty="0" err="1">
                <a:solidFill>
                  <a:schemeClr val="bg1"/>
                </a:solidFill>
                <a:latin typeface="Calibri"/>
                <a:cs typeface="Calibri"/>
              </a:rPr>
              <a:t>satelit</a:t>
            </a:r>
            <a:r>
              <a:rPr lang="en-US" sz="2400" spc="-6" dirty="0">
                <a:solidFill>
                  <a:schemeClr val="bg1"/>
                </a:solidFill>
                <a:latin typeface="Calibri"/>
                <a:cs typeface="Calibri"/>
              </a:rPr>
              <a:t> </a:t>
            </a:r>
            <a:r>
              <a:rPr lang="en-US" sz="2400" spc="-6" dirty="0" err="1">
                <a:solidFill>
                  <a:schemeClr val="bg1"/>
                </a:solidFill>
                <a:latin typeface="Calibri"/>
                <a:cs typeface="Calibri"/>
              </a:rPr>
              <a:t>ini</a:t>
            </a:r>
            <a:r>
              <a:rPr lang="en-US" sz="2400" dirty="0">
                <a:solidFill>
                  <a:schemeClr val="bg1"/>
                </a:solidFill>
                <a:latin typeface="Calibri"/>
                <a:cs typeface="Calibri"/>
              </a:rPr>
              <a:t> </a:t>
            </a:r>
            <a:r>
              <a:rPr sz="2400" spc="-6" dirty="0" err="1">
                <a:solidFill>
                  <a:schemeClr val="bg1"/>
                </a:solidFill>
                <a:latin typeface="Calibri"/>
                <a:cs typeface="Calibri"/>
              </a:rPr>
              <a:t>menggunakan</a:t>
            </a:r>
            <a:r>
              <a:rPr sz="2400" spc="-6" dirty="0">
                <a:solidFill>
                  <a:schemeClr val="bg1"/>
                </a:solidFill>
                <a:latin typeface="Calibri"/>
                <a:cs typeface="Calibri"/>
              </a:rPr>
              <a:t> konfigurasi multipoint-to-point.</a:t>
            </a:r>
            <a:endParaRPr lang="en-US" sz="2400" spc="-6" dirty="0">
              <a:solidFill>
                <a:schemeClr val="bg1"/>
              </a:solidFill>
              <a:latin typeface="Calibri"/>
              <a:cs typeface="Calibri"/>
            </a:endParaRPr>
          </a:p>
          <a:p>
            <a:pPr marL="12700" algn="just">
              <a:lnSpc>
                <a:spcPct val="101725"/>
              </a:lnSpc>
              <a:spcBef>
                <a:spcPts val="403"/>
              </a:spcBef>
            </a:pPr>
            <a:endParaRPr sz="2400" dirty="0">
              <a:solidFill>
                <a:schemeClr val="bg1"/>
              </a:solidFill>
              <a:latin typeface="Calibri"/>
              <a:cs typeface="Calibri"/>
            </a:endParaRPr>
          </a:p>
          <a:p>
            <a:pPr marL="12700" marR="55810" algn="just">
              <a:lnSpc>
                <a:spcPct val="101725"/>
              </a:lnSpc>
              <a:spcBef>
                <a:spcPts val="382"/>
              </a:spcBef>
            </a:pPr>
            <a:r>
              <a:rPr lang="en-US" sz="2400" spc="-2" dirty="0">
                <a:solidFill>
                  <a:schemeClr val="bg1"/>
                </a:solidFill>
                <a:latin typeface="Calibri"/>
                <a:cs typeface="Calibri"/>
              </a:rPr>
              <a:t>2. </a:t>
            </a:r>
            <a:r>
              <a:rPr sz="2400" spc="-2" dirty="0">
                <a:solidFill>
                  <a:schemeClr val="bg1"/>
                </a:solidFill>
                <a:latin typeface="Calibri"/>
                <a:cs typeface="Calibri"/>
              </a:rPr>
              <a:t>Downlink</a:t>
            </a:r>
            <a:endParaRPr lang="en-US" sz="2400" spc="-2" dirty="0">
              <a:solidFill>
                <a:schemeClr val="bg1"/>
              </a:solidFill>
              <a:latin typeface="Calibri"/>
              <a:cs typeface="Calibri"/>
            </a:endParaRPr>
          </a:p>
          <a:p>
            <a:pPr marL="12700" algn="just">
              <a:lnSpc>
                <a:spcPts val="2500"/>
              </a:lnSpc>
            </a:pPr>
            <a:r>
              <a:rPr lang="en-ID" sz="2400" spc="-5" dirty="0" err="1">
                <a:solidFill>
                  <a:schemeClr val="bg1"/>
                </a:solidFill>
                <a:latin typeface="Calibri"/>
                <a:cs typeface="Calibri"/>
              </a:rPr>
              <a:t>adalah</a:t>
            </a:r>
            <a:r>
              <a:rPr lang="en-ID" sz="2400" spc="-5" dirty="0">
                <a:solidFill>
                  <a:schemeClr val="bg1"/>
                </a:solidFill>
                <a:latin typeface="Calibri"/>
                <a:cs typeface="Calibri"/>
              </a:rPr>
              <a:t> </a:t>
            </a:r>
            <a:r>
              <a:rPr lang="en-ID" sz="2400" spc="-5" dirty="0" err="1">
                <a:solidFill>
                  <a:schemeClr val="bg1"/>
                </a:solidFill>
                <a:latin typeface="Calibri"/>
                <a:cs typeface="Calibri"/>
              </a:rPr>
              <a:t>koresponden</a:t>
            </a:r>
            <a:r>
              <a:rPr lang="en-ID" sz="2400" spc="-5" dirty="0">
                <a:solidFill>
                  <a:schemeClr val="bg1"/>
                </a:solidFill>
                <a:latin typeface="Calibri"/>
                <a:cs typeface="Calibri"/>
              </a:rPr>
              <a:t> </a:t>
            </a:r>
            <a:r>
              <a:rPr lang="en-ID" sz="2400" spc="-5" dirty="0" err="1">
                <a:solidFill>
                  <a:schemeClr val="bg1"/>
                </a:solidFill>
                <a:latin typeface="Calibri"/>
                <a:cs typeface="Calibri"/>
              </a:rPr>
              <a:t>dari</a:t>
            </a:r>
            <a:r>
              <a:rPr lang="en-ID" sz="2400" spc="-5" dirty="0">
                <a:solidFill>
                  <a:schemeClr val="bg1"/>
                </a:solidFill>
                <a:latin typeface="Calibri"/>
                <a:cs typeface="Calibri"/>
              </a:rPr>
              <a:t> </a:t>
            </a:r>
            <a:r>
              <a:rPr lang="en-ID" sz="2400" spc="-5" dirty="0" err="1">
                <a:solidFill>
                  <a:schemeClr val="bg1"/>
                </a:solidFill>
                <a:latin typeface="Calibri"/>
                <a:cs typeface="Calibri"/>
              </a:rPr>
              <a:t>satelit</a:t>
            </a:r>
            <a:r>
              <a:rPr lang="en-ID" sz="2400" spc="-5" dirty="0">
                <a:solidFill>
                  <a:schemeClr val="bg1"/>
                </a:solidFill>
                <a:latin typeface="Calibri"/>
                <a:cs typeface="Calibri"/>
              </a:rPr>
              <a:t> </a:t>
            </a:r>
            <a:r>
              <a:rPr lang="en-ID" sz="2400" spc="-5" dirty="0" err="1">
                <a:solidFill>
                  <a:schemeClr val="bg1"/>
                </a:solidFill>
                <a:latin typeface="Calibri"/>
                <a:cs typeface="Calibri"/>
              </a:rPr>
              <a:t>ke</a:t>
            </a:r>
            <a:r>
              <a:rPr lang="en-ID" sz="2400" spc="-5" dirty="0">
                <a:solidFill>
                  <a:schemeClr val="bg1"/>
                </a:solidFill>
                <a:latin typeface="Calibri"/>
                <a:cs typeface="Calibri"/>
              </a:rPr>
              <a:t> </a:t>
            </a:r>
            <a:r>
              <a:rPr lang="en-ID" sz="2400" spc="-5" dirty="0" err="1">
                <a:solidFill>
                  <a:schemeClr val="bg1"/>
                </a:solidFill>
                <a:latin typeface="Calibri"/>
                <a:cs typeface="Calibri"/>
              </a:rPr>
              <a:t>penerima</a:t>
            </a:r>
            <a:r>
              <a:rPr lang="en-ID" sz="2400" spc="-5" dirty="0">
                <a:solidFill>
                  <a:schemeClr val="bg1"/>
                </a:solidFill>
                <a:latin typeface="Calibri"/>
                <a:cs typeface="Calibri"/>
              </a:rPr>
              <a:t> di </a:t>
            </a:r>
            <a:r>
              <a:rPr lang="en-ID" sz="2400" spc="-5" dirty="0" err="1">
                <a:solidFill>
                  <a:schemeClr val="bg1"/>
                </a:solidFill>
                <a:latin typeface="Calibri"/>
                <a:cs typeface="Calibri"/>
              </a:rPr>
              <a:t>bumi</a:t>
            </a:r>
            <a:r>
              <a:rPr lang="en-ID" sz="2400" spc="-5" dirty="0">
                <a:solidFill>
                  <a:schemeClr val="bg1"/>
                </a:solidFill>
                <a:latin typeface="Calibri"/>
                <a:cs typeface="Calibri"/>
              </a:rPr>
              <a:t>. </a:t>
            </a:r>
            <a:r>
              <a:rPr lang="en-ID" sz="2400" spc="-5" dirty="0" err="1">
                <a:solidFill>
                  <a:schemeClr val="bg1"/>
                </a:solidFill>
                <a:latin typeface="Calibri"/>
                <a:cs typeface="Calibri"/>
              </a:rPr>
              <a:t>Komunikasi</a:t>
            </a:r>
            <a:r>
              <a:rPr lang="en-ID" sz="2400" dirty="0">
                <a:solidFill>
                  <a:schemeClr val="bg1"/>
                </a:solidFill>
                <a:latin typeface="Calibri"/>
                <a:cs typeface="Calibri"/>
              </a:rPr>
              <a:t> </a:t>
            </a:r>
            <a:r>
              <a:rPr lang="en-ID" sz="2400" spc="-7" dirty="0" err="1">
                <a:solidFill>
                  <a:schemeClr val="bg1"/>
                </a:solidFill>
                <a:latin typeface="Calibri"/>
                <a:cs typeface="Calibri"/>
              </a:rPr>
              <a:t>satelit</a:t>
            </a:r>
            <a:r>
              <a:rPr lang="en-ID" sz="2400" spc="-7" dirty="0">
                <a:solidFill>
                  <a:schemeClr val="bg1"/>
                </a:solidFill>
                <a:latin typeface="Calibri"/>
                <a:cs typeface="Calibri"/>
              </a:rPr>
              <a:t> </a:t>
            </a:r>
            <a:r>
              <a:rPr lang="en-ID" sz="2400" spc="-7" dirty="0" err="1">
                <a:solidFill>
                  <a:schemeClr val="bg1"/>
                </a:solidFill>
                <a:latin typeface="Calibri"/>
                <a:cs typeface="Calibri"/>
              </a:rPr>
              <a:t>ini</a:t>
            </a:r>
            <a:r>
              <a:rPr lang="en-ID" sz="2400" spc="-7" dirty="0">
                <a:solidFill>
                  <a:schemeClr val="bg1"/>
                </a:solidFill>
                <a:latin typeface="Calibri"/>
                <a:cs typeface="Calibri"/>
              </a:rPr>
              <a:t> </a:t>
            </a:r>
            <a:r>
              <a:rPr lang="en-ID" sz="2400" spc="-7" dirty="0" err="1">
                <a:solidFill>
                  <a:schemeClr val="bg1"/>
                </a:solidFill>
                <a:latin typeface="Calibri"/>
                <a:cs typeface="Calibri"/>
              </a:rPr>
              <a:t>biasanya</a:t>
            </a:r>
            <a:r>
              <a:rPr lang="en-ID" sz="2400" spc="-7" dirty="0">
                <a:solidFill>
                  <a:schemeClr val="bg1"/>
                </a:solidFill>
                <a:latin typeface="Calibri"/>
                <a:cs typeface="Calibri"/>
              </a:rPr>
              <a:t> </a:t>
            </a:r>
            <a:r>
              <a:rPr lang="en-ID" sz="2400" spc="-7" dirty="0" err="1">
                <a:solidFill>
                  <a:schemeClr val="bg1"/>
                </a:solidFill>
                <a:latin typeface="Calibri"/>
                <a:cs typeface="Calibri"/>
              </a:rPr>
              <a:t>menggunakan</a:t>
            </a:r>
            <a:r>
              <a:rPr lang="en-ID" sz="2400" spc="-7" dirty="0">
                <a:solidFill>
                  <a:schemeClr val="bg1"/>
                </a:solidFill>
                <a:latin typeface="Calibri"/>
                <a:cs typeface="Calibri"/>
              </a:rPr>
              <a:t> </a:t>
            </a:r>
            <a:r>
              <a:rPr lang="en-ID" sz="2400" spc="-7" dirty="0" err="1">
                <a:solidFill>
                  <a:schemeClr val="bg1"/>
                </a:solidFill>
                <a:latin typeface="Calibri"/>
                <a:cs typeface="Calibri"/>
              </a:rPr>
              <a:t>konfigurasi</a:t>
            </a:r>
            <a:r>
              <a:rPr lang="en-ID" sz="2400" spc="-7" dirty="0">
                <a:solidFill>
                  <a:schemeClr val="bg1"/>
                </a:solidFill>
                <a:latin typeface="Calibri"/>
                <a:cs typeface="Calibri"/>
              </a:rPr>
              <a:t> point-to-multipoint.</a:t>
            </a:r>
          </a:p>
          <a:p>
            <a:pPr marL="12700" algn="just">
              <a:lnSpc>
                <a:spcPts val="2500"/>
              </a:lnSpc>
            </a:pPr>
            <a:endParaRPr lang="en-ID" sz="2400" dirty="0">
              <a:solidFill>
                <a:schemeClr val="bg1"/>
              </a:solidFill>
              <a:latin typeface="Calibri"/>
              <a:cs typeface="Calibri"/>
            </a:endParaRPr>
          </a:p>
          <a:p>
            <a:pPr marL="12700" marR="45720" algn="just">
              <a:lnSpc>
                <a:spcPct val="101725"/>
              </a:lnSpc>
              <a:spcBef>
                <a:spcPts val="382"/>
              </a:spcBef>
            </a:pPr>
            <a:r>
              <a:rPr lang="en-ID" sz="2400" spc="-5" dirty="0">
                <a:solidFill>
                  <a:schemeClr val="bg1"/>
                </a:solidFill>
                <a:latin typeface="Calibri"/>
                <a:cs typeface="Calibri"/>
              </a:rPr>
              <a:t>3. Inter Satellite Link (ISL)</a:t>
            </a:r>
            <a:endParaRPr lang="en-ID" sz="2400" dirty="0">
              <a:solidFill>
                <a:schemeClr val="bg1"/>
              </a:solidFill>
              <a:latin typeface="Calibri"/>
              <a:cs typeface="Calibri"/>
            </a:endParaRPr>
          </a:p>
          <a:p>
            <a:pPr marL="12700" marR="398006" algn="just">
              <a:lnSpc>
                <a:spcPts val="2880"/>
              </a:lnSpc>
              <a:spcBef>
                <a:spcPts val="696"/>
              </a:spcBef>
            </a:pPr>
            <a:r>
              <a:rPr lang="en-ID" sz="2400" dirty="0" err="1">
                <a:solidFill>
                  <a:schemeClr val="bg1"/>
                </a:solidFill>
                <a:latin typeface="Calibri"/>
                <a:cs typeface="Calibri"/>
              </a:rPr>
              <a:t>adal</a:t>
            </a:r>
            <a:r>
              <a:rPr lang="en-ID" sz="2400" spc="4" dirty="0" err="1">
                <a:solidFill>
                  <a:schemeClr val="bg1"/>
                </a:solidFill>
                <a:latin typeface="Calibri"/>
                <a:cs typeface="Calibri"/>
              </a:rPr>
              <a:t>a</a:t>
            </a:r>
            <a:r>
              <a:rPr lang="en-ID" sz="2400" spc="0" dirty="0" err="1">
                <a:solidFill>
                  <a:schemeClr val="bg1"/>
                </a:solidFill>
                <a:latin typeface="Calibri"/>
                <a:cs typeface="Calibri"/>
              </a:rPr>
              <a:t>h</a:t>
            </a:r>
            <a:r>
              <a:rPr lang="en-ID" sz="2400" spc="0" dirty="0">
                <a:solidFill>
                  <a:schemeClr val="bg1"/>
                </a:solidFill>
                <a:latin typeface="Calibri"/>
                <a:cs typeface="Calibri"/>
              </a:rPr>
              <a:t> </a:t>
            </a:r>
            <a:r>
              <a:rPr lang="en-ID" sz="2400" spc="0" dirty="0" err="1">
                <a:solidFill>
                  <a:schemeClr val="bg1"/>
                </a:solidFill>
                <a:latin typeface="Calibri"/>
                <a:cs typeface="Calibri"/>
              </a:rPr>
              <a:t>li</a:t>
            </a:r>
            <a:r>
              <a:rPr lang="en-ID" sz="2400" spc="-25" dirty="0" err="1">
                <a:solidFill>
                  <a:schemeClr val="bg1"/>
                </a:solidFill>
                <a:latin typeface="Calibri"/>
                <a:cs typeface="Calibri"/>
              </a:rPr>
              <a:t>nt</a:t>
            </a:r>
            <a:r>
              <a:rPr lang="en-ID" sz="2400" spc="0" dirty="0" err="1">
                <a:solidFill>
                  <a:schemeClr val="bg1"/>
                </a:solidFill>
                <a:latin typeface="Calibri"/>
                <a:cs typeface="Calibri"/>
              </a:rPr>
              <a:t>asan</a:t>
            </a:r>
            <a:r>
              <a:rPr lang="en-ID" sz="2400" spc="-14" dirty="0">
                <a:solidFill>
                  <a:schemeClr val="bg1"/>
                </a:solidFill>
                <a:latin typeface="Calibri"/>
                <a:cs typeface="Calibri"/>
              </a:rPr>
              <a:t> </a:t>
            </a:r>
            <a:r>
              <a:rPr lang="en-ID" sz="2400" spc="0" dirty="0">
                <a:solidFill>
                  <a:schemeClr val="bg1"/>
                </a:solidFill>
                <a:latin typeface="Calibri"/>
                <a:cs typeface="Calibri"/>
              </a:rPr>
              <a:t>full dupl</a:t>
            </a:r>
            <a:r>
              <a:rPr lang="en-ID" sz="2400" spc="-34" dirty="0">
                <a:solidFill>
                  <a:schemeClr val="bg1"/>
                </a:solidFill>
                <a:latin typeface="Calibri"/>
                <a:cs typeface="Calibri"/>
              </a:rPr>
              <a:t>e</a:t>
            </a:r>
            <a:r>
              <a:rPr lang="en-ID" sz="2400" spc="0" dirty="0">
                <a:solidFill>
                  <a:schemeClr val="bg1"/>
                </a:solidFill>
                <a:latin typeface="Calibri"/>
                <a:cs typeface="Calibri"/>
              </a:rPr>
              <a:t>x</a:t>
            </a:r>
            <a:r>
              <a:rPr lang="en-ID" sz="2400" spc="-9" dirty="0">
                <a:solidFill>
                  <a:schemeClr val="bg1"/>
                </a:solidFill>
                <a:latin typeface="Calibri"/>
                <a:cs typeface="Calibri"/>
              </a:rPr>
              <a:t> </a:t>
            </a:r>
            <a:r>
              <a:rPr lang="en-ID" sz="2400" spc="0" dirty="0" err="1">
                <a:solidFill>
                  <a:schemeClr val="bg1"/>
                </a:solidFill>
                <a:latin typeface="Calibri"/>
                <a:cs typeface="Calibri"/>
              </a:rPr>
              <a:t>a</a:t>
            </a:r>
            <a:r>
              <a:rPr lang="en-ID" sz="2400" spc="-25" dirty="0" err="1">
                <a:solidFill>
                  <a:schemeClr val="bg1"/>
                </a:solidFill>
                <a:latin typeface="Calibri"/>
                <a:cs typeface="Calibri"/>
              </a:rPr>
              <a:t>nt</a:t>
            </a:r>
            <a:r>
              <a:rPr lang="en-ID" sz="2400" spc="0" dirty="0" err="1">
                <a:solidFill>
                  <a:schemeClr val="bg1"/>
                </a:solidFill>
                <a:latin typeface="Calibri"/>
                <a:cs typeface="Calibri"/>
              </a:rPr>
              <a:t>a</a:t>
            </a:r>
            <a:r>
              <a:rPr lang="en-ID" sz="2400" spc="-39" dirty="0" err="1">
                <a:solidFill>
                  <a:schemeClr val="bg1"/>
                </a:solidFill>
                <a:latin typeface="Calibri"/>
                <a:cs typeface="Calibri"/>
              </a:rPr>
              <a:t>r</a:t>
            </a:r>
            <a:r>
              <a:rPr lang="en-ID" sz="2400" spc="0" dirty="0" err="1">
                <a:solidFill>
                  <a:schemeClr val="bg1"/>
                </a:solidFill>
                <a:latin typeface="Calibri"/>
                <a:cs typeface="Calibri"/>
              </a:rPr>
              <a:t>a</a:t>
            </a:r>
            <a:r>
              <a:rPr lang="en-ID" sz="2400" spc="-9" dirty="0">
                <a:solidFill>
                  <a:schemeClr val="bg1"/>
                </a:solidFill>
                <a:latin typeface="Calibri"/>
                <a:cs typeface="Calibri"/>
              </a:rPr>
              <a:t> </a:t>
            </a:r>
            <a:r>
              <a:rPr lang="en-ID" sz="2400" spc="0" dirty="0" err="1">
                <a:solidFill>
                  <a:schemeClr val="bg1"/>
                </a:solidFill>
                <a:latin typeface="Calibri"/>
                <a:cs typeface="Calibri"/>
              </a:rPr>
              <a:t>s</a:t>
            </a:r>
            <a:r>
              <a:rPr lang="en-ID" sz="2400" spc="-25" dirty="0" err="1">
                <a:solidFill>
                  <a:schemeClr val="bg1"/>
                </a:solidFill>
                <a:latin typeface="Calibri"/>
                <a:cs typeface="Calibri"/>
              </a:rPr>
              <a:t>at</a:t>
            </a:r>
            <a:r>
              <a:rPr lang="en-ID" sz="2400" spc="0" dirty="0" err="1">
                <a:solidFill>
                  <a:schemeClr val="bg1"/>
                </a:solidFill>
                <a:latin typeface="Calibri"/>
                <a:cs typeface="Calibri"/>
              </a:rPr>
              <a:t>elit</a:t>
            </a:r>
            <a:r>
              <a:rPr lang="en-ID" sz="2400" spc="0" dirty="0">
                <a:solidFill>
                  <a:schemeClr val="bg1"/>
                </a:solidFill>
                <a:latin typeface="Calibri"/>
                <a:cs typeface="Calibri"/>
              </a:rPr>
              <a:t>.</a:t>
            </a:r>
            <a:r>
              <a:rPr lang="en-ID" sz="2400" spc="-9" dirty="0">
                <a:solidFill>
                  <a:schemeClr val="bg1"/>
                </a:solidFill>
                <a:latin typeface="Calibri"/>
                <a:cs typeface="Calibri"/>
              </a:rPr>
              <a:t> </a:t>
            </a:r>
            <a:r>
              <a:rPr lang="en-ID" sz="2400" spc="-44" dirty="0" err="1">
                <a:solidFill>
                  <a:schemeClr val="bg1"/>
                </a:solidFill>
                <a:latin typeface="Calibri"/>
                <a:cs typeface="Calibri"/>
              </a:rPr>
              <a:t>K</a:t>
            </a:r>
            <a:r>
              <a:rPr lang="en-ID" sz="2400" spc="0" dirty="0" err="1">
                <a:solidFill>
                  <a:schemeClr val="bg1"/>
                </a:solidFill>
                <a:latin typeface="Calibri"/>
                <a:cs typeface="Calibri"/>
              </a:rPr>
              <a:t>omuni</a:t>
            </a:r>
            <a:r>
              <a:rPr lang="en-ID" sz="2400" spc="-39" dirty="0" err="1">
                <a:solidFill>
                  <a:schemeClr val="bg1"/>
                </a:solidFill>
                <a:latin typeface="Calibri"/>
                <a:cs typeface="Calibri"/>
              </a:rPr>
              <a:t>k</a:t>
            </a:r>
            <a:r>
              <a:rPr lang="en-ID" sz="2400" spc="0" dirty="0" err="1">
                <a:solidFill>
                  <a:schemeClr val="bg1"/>
                </a:solidFill>
                <a:latin typeface="Calibri"/>
                <a:cs typeface="Calibri"/>
              </a:rPr>
              <a:t>asi</a:t>
            </a:r>
            <a:r>
              <a:rPr lang="en-ID" sz="2400" spc="0" dirty="0">
                <a:solidFill>
                  <a:schemeClr val="bg1"/>
                </a:solidFill>
                <a:latin typeface="Calibri"/>
                <a:cs typeface="Calibri"/>
              </a:rPr>
              <a:t> </a:t>
            </a:r>
            <a:r>
              <a:rPr lang="en-ID" sz="2400" spc="0" dirty="0" err="1">
                <a:solidFill>
                  <a:schemeClr val="bg1"/>
                </a:solidFill>
                <a:latin typeface="Calibri"/>
                <a:cs typeface="Calibri"/>
              </a:rPr>
              <a:t>antar</a:t>
            </a:r>
            <a:r>
              <a:rPr lang="en-ID" sz="2400" spc="-14" dirty="0">
                <a:solidFill>
                  <a:schemeClr val="bg1"/>
                </a:solidFill>
                <a:latin typeface="Calibri"/>
                <a:cs typeface="Calibri"/>
              </a:rPr>
              <a:t> </a:t>
            </a:r>
            <a:r>
              <a:rPr lang="en-ID" sz="2400" spc="0" dirty="0" err="1">
                <a:solidFill>
                  <a:schemeClr val="bg1"/>
                </a:solidFill>
                <a:latin typeface="Calibri"/>
                <a:cs typeface="Calibri"/>
              </a:rPr>
              <a:t>s</a:t>
            </a:r>
            <a:r>
              <a:rPr lang="en-ID" sz="2400" spc="-25" dirty="0" err="1">
                <a:solidFill>
                  <a:schemeClr val="bg1"/>
                </a:solidFill>
                <a:latin typeface="Calibri"/>
                <a:cs typeface="Calibri"/>
              </a:rPr>
              <a:t>at</a:t>
            </a:r>
            <a:r>
              <a:rPr lang="en-ID" sz="2400" spc="0" dirty="0" err="1">
                <a:solidFill>
                  <a:schemeClr val="bg1"/>
                </a:solidFill>
                <a:latin typeface="Calibri"/>
                <a:cs typeface="Calibri"/>
              </a:rPr>
              <a:t>elit</a:t>
            </a:r>
            <a:r>
              <a:rPr lang="en-ID" sz="2400" spc="-19" dirty="0">
                <a:solidFill>
                  <a:schemeClr val="bg1"/>
                </a:solidFill>
                <a:latin typeface="Calibri"/>
                <a:cs typeface="Calibri"/>
              </a:rPr>
              <a:t> </a:t>
            </a:r>
            <a:r>
              <a:rPr lang="en-ID" sz="2400" spc="0" dirty="0" err="1">
                <a:solidFill>
                  <a:schemeClr val="bg1"/>
                </a:solidFill>
                <a:latin typeface="Calibri"/>
                <a:cs typeface="Calibri"/>
              </a:rPr>
              <a:t>ini</a:t>
            </a:r>
            <a:r>
              <a:rPr lang="en-ID" sz="2400" spc="0" dirty="0">
                <a:solidFill>
                  <a:schemeClr val="bg1"/>
                </a:solidFill>
                <a:latin typeface="Calibri"/>
                <a:cs typeface="Calibri"/>
              </a:rPr>
              <a:t> </a:t>
            </a:r>
            <a:r>
              <a:rPr lang="en-ID" sz="2400" spc="0" dirty="0" err="1">
                <a:solidFill>
                  <a:schemeClr val="bg1"/>
                </a:solidFill>
                <a:latin typeface="Calibri"/>
                <a:cs typeface="Calibri"/>
              </a:rPr>
              <a:t>bisa</a:t>
            </a:r>
            <a:r>
              <a:rPr lang="en-ID" sz="2400" spc="0" dirty="0">
                <a:solidFill>
                  <a:schemeClr val="bg1"/>
                </a:solidFill>
                <a:latin typeface="Calibri"/>
                <a:cs typeface="Calibri"/>
              </a:rPr>
              <a:t> </a:t>
            </a:r>
            <a:r>
              <a:rPr lang="en-ID" sz="2400" spc="0" dirty="0" err="1">
                <a:solidFill>
                  <a:schemeClr val="bg1"/>
                </a:solidFill>
                <a:latin typeface="Calibri"/>
                <a:cs typeface="Calibri"/>
              </a:rPr>
              <a:t>men</a:t>
            </a:r>
            <a:r>
              <a:rPr lang="en-ID" sz="2400" spc="25" dirty="0" err="1">
                <a:solidFill>
                  <a:schemeClr val="bg1"/>
                </a:solidFill>
                <a:latin typeface="Calibri"/>
                <a:cs typeface="Calibri"/>
              </a:rPr>
              <a:t>g</a:t>
            </a:r>
            <a:r>
              <a:rPr lang="en-ID" sz="2400" spc="0" dirty="0" err="1">
                <a:solidFill>
                  <a:schemeClr val="bg1"/>
                </a:solidFill>
                <a:latin typeface="Calibri"/>
                <a:cs typeface="Calibri"/>
              </a:rPr>
              <a:t>guna</a:t>
            </a:r>
            <a:r>
              <a:rPr lang="en-ID" sz="2400" spc="-34" dirty="0" err="1">
                <a:solidFill>
                  <a:schemeClr val="bg1"/>
                </a:solidFill>
                <a:latin typeface="Calibri"/>
                <a:cs typeface="Calibri"/>
              </a:rPr>
              <a:t>k</a:t>
            </a:r>
            <a:r>
              <a:rPr lang="en-ID" sz="2400" spc="0" dirty="0" err="1">
                <a:solidFill>
                  <a:schemeClr val="bg1"/>
                </a:solidFill>
                <a:latin typeface="Calibri"/>
                <a:cs typeface="Calibri"/>
              </a:rPr>
              <a:t>an</a:t>
            </a:r>
            <a:r>
              <a:rPr lang="en-ID" sz="2400" spc="-24" dirty="0">
                <a:solidFill>
                  <a:schemeClr val="bg1"/>
                </a:solidFill>
                <a:latin typeface="Calibri"/>
                <a:cs typeface="Calibri"/>
              </a:rPr>
              <a:t> </a:t>
            </a:r>
            <a:r>
              <a:rPr lang="en-ID" sz="2400" spc="0" dirty="0">
                <a:solidFill>
                  <a:schemeClr val="bg1"/>
                </a:solidFill>
                <a:latin typeface="Calibri"/>
                <a:cs typeface="Calibri"/>
              </a:rPr>
              <a:t>dua </a:t>
            </a:r>
            <a:r>
              <a:rPr lang="en-ID" sz="2400" spc="-84" dirty="0" err="1">
                <a:solidFill>
                  <a:schemeClr val="bg1"/>
                </a:solidFill>
                <a:latin typeface="Calibri"/>
                <a:cs typeface="Calibri"/>
              </a:rPr>
              <a:t>k</a:t>
            </a:r>
            <a:r>
              <a:rPr lang="en-ID" sz="2400" spc="0" dirty="0" err="1">
                <a:solidFill>
                  <a:schemeClr val="bg1"/>
                </a:solidFill>
                <a:latin typeface="Calibri"/>
                <a:cs typeface="Calibri"/>
              </a:rPr>
              <a:t>o</a:t>
            </a:r>
            <a:r>
              <a:rPr lang="en-ID" sz="2400" spc="-19" dirty="0" err="1">
                <a:solidFill>
                  <a:schemeClr val="bg1"/>
                </a:solidFill>
                <a:latin typeface="Calibri"/>
                <a:cs typeface="Calibri"/>
              </a:rPr>
              <a:t>n</a:t>
            </a:r>
            <a:r>
              <a:rPr lang="en-ID" sz="2400" spc="0" dirty="0" err="1">
                <a:solidFill>
                  <a:schemeClr val="bg1"/>
                </a:solidFill>
                <a:latin typeface="Calibri"/>
                <a:cs typeface="Calibri"/>
              </a:rPr>
              <a:t>figu</a:t>
            </a:r>
            <a:r>
              <a:rPr lang="en-ID" sz="2400" spc="-44" dirty="0" err="1">
                <a:solidFill>
                  <a:schemeClr val="bg1"/>
                </a:solidFill>
                <a:latin typeface="Calibri"/>
                <a:cs typeface="Calibri"/>
              </a:rPr>
              <a:t>r</a:t>
            </a:r>
            <a:r>
              <a:rPr lang="en-ID" sz="2400" spc="0" dirty="0" err="1">
                <a:solidFill>
                  <a:schemeClr val="bg1"/>
                </a:solidFill>
                <a:latin typeface="Calibri"/>
                <a:cs typeface="Calibri"/>
              </a:rPr>
              <a:t>asi</a:t>
            </a:r>
            <a:r>
              <a:rPr lang="en-ID" sz="2400" spc="0" dirty="0">
                <a:solidFill>
                  <a:schemeClr val="bg1"/>
                </a:solidFill>
                <a:latin typeface="Calibri"/>
                <a:cs typeface="Calibri"/>
              </a:rPr>
              <a:t> </a:t>
            </a:r>
            <a:r>
              <a:rPr lang="en-ID" sz="2400" spc="-34" dirty="0" err="1">
                <a:solidFill>
                  <a:schemeClr val="bg1"/>
                </a:solidFill>
                <a:latin typeface="Calibri"/>
                <a:cs typeface="Calibri"/>
              </a:rPr>
              <a:t>y</a:t>
            </a:r>
            <a:r>
              <a:rPr lang="en-ID" sz="2400" spc="0" dirty="0" err="1">
                <a:solidFill>
                  <a:schemeClr val="bg1"/>
                </a:solidFill>
                <a:latin typeface="Calibri"/>
                <a:cs typeface="Calibri"/>
              </a:rPr>
              <a:t>aitu</a:t>
            </a:r>
            <a:r>
              <a:rPr lang="en-ID" sz="2400" spc="-9" dirty="0">
                <a:solidFill>
                  <a:schemeClr val="bg1"/>
                </a:solidFill>
                <a:latin typeface="Calibri"/>
                <a:cs typeface="Calibri"/>
              </a:rPr>
              <a:t> </a:t>
            </a:r>
            <a:r>
              <a:rPr lang="en-ID" sz="2400" spc="0" dirty="0">
                <a:solidFill>
                  <a:schemeClr val="bg1"/>
                </a:solidFill>
                <a:latin typeface="Calibri"/>
                <a:cs typeface="Calibri"/>
              </a:rPr>
              <a:t>mult</a:t>
            </a:r>
            <a:r>
              <a:rPr lang="en-ID" sz="2400" spc="14" dirty="0">
                <a:solidFill>
                  <a:schemeClr val="bg1"/>
                </a:solidFill>
                <a:latin typeface="Calibri"/>
                <a:cs typeface="Calibri"/>
              </a:rPr>
              <a:t>i</a:t>
            </a:r>
            <a:r>
              <a:rPr lang="en-ID" sz="2400" spc="-4" dirty="0">
                <a:solidFill>
                  <a:schemeClr val="bg1"/>
                </a:solidFill>
                <a:latin typeface="Calibri"/>
                <a:cs typeface="Calibri"/>
              </a:rPr>
              <a:t>-</a:t>
            </a:r>
            <a:r>
              <a:rPr lang="en-ID" sz="2400" spc="-25" dirty="0">
                <a:solidFill>
                  <a:schemeClr val="bg1"/>
                </a:solidFill>
                <a:latin typeface="Calibri"/>
                <a:cs typeface="Calibri"/>
              </a:rPr>
              <a:t>t</a:t>
            </a:r>
            <a:r>
              <a:rPr lang="en-ID" sz="2400" spc="-4" dirty="0">
                <a:solidFill>
                  <a:schemeClr val="bg1"/>
                </a:solidFill>
                <a:latin typeface="Calibri"/>
                <a:cs typeface="Calibri"/>
              </a:rPr>
              <a:t>o-</a:t>
            </a:r>
            <a:r>
              <a:rPr lang="en-ID" sz="2400" spc="0" dirty="0">
                <a:solidFill>
                  <a:schemeClr val="bg1"/>
                </a:solidFill>
                <a:latin typeface="Calibri"/>
                <a:cs typeface="Calibri"/>
              </a:rPr>
              <a:t>poi</a:t>
            </a:r>
            <a:r>
              <a:rPr lang="en-ID" sz="2400" spc="-29" dirty="0">
                <a:solidFill>
                  <a:schemeClr val="bg1"/>
                </a:solidFill>
                <a:latin typeface="Calibri"/>
                <a:cs typeface="Calibri"/>
              </a:rPr>
              <a:t>n</a:t>
            </a:r>
            <a:r>
              <a:rPr lang="en-ID" sz="2400" spc="0" dirty="0">
                <a:solidFill>
                  <a:schemeClr val="bg1"/>
                </a:solidFill>
                <a:latin typeface="Calibri"/>
                <a:cs typeface="Calibri"/>
              </a:rPr>
              <a:t>t</a:t>
            </a:r>
            <a:r>
              <a:rPr lang="en-ID" sz="2400" spc="-14" dirty="0">
                <a:solidFill>
                  <a:schemeClr val="bg1"/>
                </a:solidFill>
                <a:latin typeface="Calibri"/>
                <a:cs typeface="Calibri"/>
              </a:rPr>
              <a:t> </a:t>
            </a:r>
            <a:r>
              <a:rPr lang="en-ID" sz="2400" spc="-19" dirty="0" err="1">
                <a:solidFill>
                  <a:schemeClr val="bg1"/>
                </a:solidFill>
                <a:latin typeface="Calibri"/>
                <a:cs typeface="Calibri"/>
              </a:rPr>
              <a:t>a</a:t>
            </a:r>
            <a:r>
              <a:rPr lang="en-ID" sz="2400" spc="-25" dirty="0" err="1">
                <a:solidFill>
                  <a:schemeClr val="bg1"/>
                </a:solidFill>
                <a:latin typeface="Calibri"/>
                <a:cs typeface="Calibri"/>
              </a:rPr>
              <a:t>t</a:t>
            </a:r>
            <a:r>
              <a:rPr lang="en-ID" sz="2400" spc="0" dirty="0" err="1">
                <a:solidFill>
                  <a:schemeClr val="bg1"/>
                </a:solidFill>
                <a:latin typeface="Calibri"/>
                <a:cs typeface="Calibri"/>
              </a:rPr>
              <a:t>au</a:t>
            </a:r>
            <a:r>
              <a:rPr lang="en-ID" sz="2400" spc="0" dirty="0">
                <a:solidFill>
                  <a:schemeClr val="bg1"/>
                </a:solidFill>
                <a:latin typeface="Calibri"/>
                <a:cs typeface="Calibri"/>
              </a:rPr>
              <a:t> poi</a:t>
            </a:r>
            <a:r>
              <a:rPr lang="en-ID" sz="2400" spc="-29" dirty="0">
                <a:solidFill>
                  <a:schemeClr val="bg1"/>
                </a:solidFill>
                <a:latin typeface="Calibri"/>
                <a:cs typeface="Calibri"/>
              </a:rPr>
              <a:t>n</a:t>
            </a:r>
            <a:r>
              <a:rPr lang="en-ID" sz="2400" spc="0" dirty="0">
                <a:solidFill>
                  <a:schemeClr val="bg1"/>
                </a:solidFill>
                <a:latin typeface="Calibri"/>
                <a:cs typeface="Calibri"/>
              </a:rPr>
              <a:t>t</a:t>
            </a:r>
            <a:r>
              <a:rPr lang="en-ID" sz="2400" spc="-4" dirty="0">
                <a:solidFill>
                  <a:schemeClr val="bg1"/>
                </a:solidFill>
                <a:latin typeface="Calibri"/>
                <a:cs typeface="Calibri"/>
              </a:rPr>
              <a:t>-</a:t>
            </a:r>
            <a:r>
              <a:rPr lang="en-ID" sz="2400" spc="-25" dirty="0">
                <a:solidFill>
                  <a:schemeClr val="bg1"/>
                </a:solidFill>
                <a:latin typeface="Calibri"/>
                <a:cs typeface="Calibri"/>
              </a:rPr>
              <a:t>t</a:t>
            </a:r>
            <a:r>
              <a:rPr lang="en-ID" sz="2400" spc="-4" dirty="0">
                <a:solidFill>
                  <a:schemeClr val="bg1"/>
                </a:solidFill>
                <a:latin typeface="Calibri"/>
                <a:cs typeface="Calibri"/>
              </a:rPr>
              <a:t>o-</a:t>
            </a:r>
            <a:r>
              <a:rPr lang="en-ID" sz="2400" spc="0" dirty="0">
                <a:solidFill>
                  <a:schemeClr val="bg1"/>
                </a:solidFill>
                <a:latin typeface="Calibri"/>
                <a:cs typeface="Calibri"/>
              </a:rPr>
              <a:t>multipoi</a:t>
            </a:r>
            <a:r>
              <a:rPr lang="en-ID" sz="2400" spc="-25" dirty="0">
                <a:solidFill>
                  <a:schemeClr val="bg1"/>
                </a:solidFill>
                <a:latin typeface="Calibri"/>
                <a:cs typeface="Calibri"/>
              </a:rPr>
              <a:t>n</a:t>
            </a:r>
            <a:r>
              <a:rPr lang="en-ID" sz="2400" spc="0" dirty="0">
                <a:solidFill>
                  <a:schemeClr val="bg1"/>
                </a:solidFill>
                <a:latin typeface="Calibri"/>
                <a:cs typeface="Calibri"/>
              </a:rPr>
              <a:t>t</a:t>
            </a:r>
            <a:endParaRPr lang="en-ID" sz="2400" dirty="0">
              <a:solidFill>
                <a:schemeClr val="bg1"/>
              </a:solidFill>
              <a:latin typeface="Calibri"/>
              <a:cs typeface="Calibri"/>
            </a:endParaRPr>
          </a:p>
        </p:txBody>
      </p:sp>
      <p:sp>
        <p:nvSpPr>
          <p:cNvPr id="5" name="object 5"/>
          <p:cNvSpPr txBox="1"/>
          <p:nvPr/>
        </p:nvSpPr>
        <p:spPr>
          <a:xfrm>
            <a:off x="8438421" y="1988972"/>
            <a:ext cx="371503" cy="330504"/>
          </a:xfrm>
          <a:prstGeom prst="rect">
            <a:avLst/>
          </a:prstGeom>
        </p:spPr>
        <p:txBody>
          <a:bodyPr wrap="square" lIns="0" tIns="15875" rIns="0" bIns="0" rtlCol="0">
            <a:noAutofit/>
          </a:bodyPr>
          <a:lstStyle/>
          <a:p>
            <a:pPr marL="12700">
              <a:lnSpc>
                <a:spcPts val="2500"/>
              </a:lnSpc>
            </a:pPr>
            <a:r>
              <a:rPr sz="2400" dirty="0">
                <a:solidFill>
                  <a:schemeClr val="bg1"/>
                </a:solidFill>
                <a:latin typeface="Calibri"/>
                <a:cs typeface="Calibri"/>
              </a:rPr>
              <a:t>ini</a:t>
            </a:r>
            <a:endParaRPr sz="2400">
              <a:solidFill>
                <a:schemeClr val="bg1"/>
              </a:solidFill>
              <a:latin typeface="Calibri"/>
              <a:cs typeface="Calibri"/>
            </a:endParaRPr>
          </a:p>
        </p:txBody>
      </p:sp>
      <p:sp>
        <p:nvSpPr>
          <p:cNvPr id="3" name="object 3"/>
          <p:cNvSpPr txBox="1"/>
          <p:nvPr/>
        </p:nvSpPr>
        <p:spPr>
          <a:xfrm>
            <a:off x="879144" y="3232785"/>
            <a:ext cx="8124121" cy="2305939"/>
          </a:xfrm>
          <a:prstGeom prst="rect">
            <a:avLst/>
          </a:prstGeom>
        </p:spPr>
        <p:txBody>
          <a:bodyPr wrap="square" lIns="0" tIns="15875" rIns="0" bIns="0" rtlCol="0">
            <a:noAutofit/>
          </a:bodyPr>
          <a:lstStyle/>
          <a:p>
            <a:pPr marL="12700">
              <a:lnSpc>
                <a:spcPts val="2500"/>
              </a:lnSpc>
            </a:pPr>
            <a:endParaRPr sz="2400" dirty="0">
              <a:solidFill>
                <a:schemeClr val="bg1"/>
              </a:solidFill>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228600" y="762000"/>
            <a:ext cx="4267200" cy="5029200"/>
          </a:xfrm>
          <a:custGeom>
            <a:avLst/>
            <a:gdLst/>
            <a:ahLst/>
            <a:cxnLst/>
            <a:rect l="l" t="t" r="r" b="b"/>
            <a:pathLst>
              <a:path w="4267200" h="5029200">
                <a:moveTo>
                  <a:pt x="0" y="5029200"/>
                </a:moveTo>
                <a:lnTo>
                  <a:pt x="4267200" y="5029200"/>
                </a:lnTo>
                <a:lnTo>
                  <a:pt x="4267200" y="0"/>
                </a:lnTo>
                <a:lnTo>
                  <a:pt x="0" y="0"/>
                </a:lnTo>
                <a:lnTo>
                  <a:pt x="0" y="5029200"/>
                </a:lnTo>
                <a:close/>
              </a:path>
            </a:pathLst>
          </a:custGeom>
          <a:solidFill>
            <a:srgbClr val="FFFFFF"/>
          </a:solidFill>
        </p:spPr>
        <p:txBody>
          <a:bodyPr wrap="square" lIns="0" tIns="0" rIns="0" bIns="0" rtlCol="0">
            <a:noAutofit/>
          </a:bodyPr>
          <a:lstStyle/>
          <a:p>
            <a:endParaRPr/>
          </a:p>
        </p:txBody>
      </p:sp>
      <p:sp>
        <p:nvSpPr>
          <p:cNvPr id="8" name="object 8"/>
          <p:cNvSpPr/>
          <p:nvPr/>
        </p:nvSpPr>
        <p:spPr>
          <a:xfrm>
            <a:off x="228600" y="762000"/>
            <a:ext cx="4267200" cy="5029200"/>
          </a:xfrm>
          <a:custGeom>
            <a:avLst/>
            <a:gdLst/>
            <a:ahLst/>
            <a:cxnLst/>
            <a:rect l="l" t="t" r="r" b="b"/>
            <a:pathLst>
              <a:path w="4267200" h="5029200">
                <a:moveTo>
                  <a:pt x="0" y="5029200"/>
                </a:moveTo>
                <a:lnTo>
                  <a:pt x="4267200" y="5029200"/>
                </a:lnTo>
                <a:lnTo>
                  <a:pt x="4267200" y="0"/>
                </a:lnTo>
                <a:lnTo>
                  <a:pt x="0" y="0"/>
                </a:lnTo>
                <a:lnTo>
                  <a:pt x="0" y="5029200"/>
                </a:lnTo>
                <a:close/>
              </a:path>
            </a:pathLst>
          </a:custGeom>
          <a:ln w="25400">
            <a:solidFill>
              <a:srgbClr val="000000"/>
            </a:solidFill>
          </a:ln>
        </p:spPr>
        <p:txBody>
          <a:bodyPr wrap="square" lIns="0" tIns="0" rIns="0" bIns="0" rtlCol="0">
            <a:noAutofit/>
          </a:bodyPr>
          <a:lstStyle/>
          <a:p>
            <a:endParaRPr/>
          </a:p>
        </p:txBody>
      </p:sp>
      <p:sp>
        <p:nvSpPr>
          <p:cNvPr id="9" name="object 9"/>
          <p:cNvSpPr/>
          <p:nvPr/>
        </p:nvSpPr>
        <p:spPr>
          <a:xfrm>
            <a:off x="304800" y="838200"/>
            <a:ext cx="4114800" cy="4876800"/>
          </a:xfrm>
          <a:prstGeom prst="rect">
            <a:avLst/>
          </a:prstGeom>
          <a:blipFill>
            <a:blip r:embed="rId2" cstate="print"/>
            <a:stretch>
              <a:fillRect/>
            </a:stretch>
          </a:blipFill>
        </p:spPr>
        <p:txBody>
          <a:bodyPr wrap="square" lIns="0" tIns="0" rIns="0" bIns="0" rtlCol="0">
            <a:noAutofit/>
          </a:bodyPr>
          <a:lstStyle/>
          <a:p>
            <a:endParaRPr/>
          </a:p>
        </p:txBody>
      </p:sp>
      <p:sp>
        <p:nvSpPr>
          <p:cNvPr id="10" name="object 10"/>
          <p:cNvSpPr/>
          <p:nvPr/>
        </p:nvSpPr>
        <p:spPr>
          <a:xfrm>
            <a:off x="4572000" y="762000"/>
            <a:ext cx="4267200" cy="5029200"/>
          </a:xfrm>
          <a:custGeom>
            <a:avLst/>
            <a:gdLst/>
            <a:ahLst/>
            <a:cxnLst/>
            <a:rect l="l" t="t" r="r" b="b"/>
            <a:pathLst>
              <a:path w="4267200" h="5029200">
                <a:moveTo>
                  <a:pt x="0" y="5029200"/>
                </a:moveTo>
                <a:lnTo>
                  <a:pt x="4267200" y="5029200"/>
                </a:lnTo>
                <a:lnTo>
                  <a:pt x="4267200" y="0"/>
                </a:lnTo>
                <a:lnTo>
                  <a:pt x="0" y="0"/>
                </a:lnTo>
                <a:lnTo>
                  <a:pt x="0" y="5029200"/>
                </a:lnTo>
                <a:close/>
              </a:path>
            </a:pathLst>
          </a:custGeom>
          <a:solidFill>
            <a:srgbClr val="FFFFFF"/>
          </a:solidFill>
        </p:spPr>
        <p:txBody>
          <a:bodyPr wrap="square" lIns="0" tIns="0" rIns="0" bIns="0" rtlCol="0">
            <a:noAutofit/>
          </a:bodyPr>
          <a:lstStyle/>
          <a:p>
            <a:endParaRPr/>
          </a:p>
        </p:txBody>
      </p:sp>
      <p:sp>
        <p:nvSpPr>
          <p:cNvPr id="11" name="object 11"/>
          <p:cNvSpPr/>
          <p:nvPr/>
        </p:nvSpPr>
        <p:spPr>
          <a:xfrm>
            <a:off x="4572000" y="762000"/>
            <a:ext cx="4267200" cy="5029200"/>
          </a:xfrm>
          <a:custGeom>
            <a:avLst/>
            <a:gdLst/>
            <a:ahLst/>
            <a:cxnLst/>
            <a:rect l="l" t="t" r="r" b="b"/>
            <a:pathLst>
              <a:path w="4267200" h="5029200">
                <a:moveTo>
                  <a:pt x="0" y="5029200"/>
                </a:moveTo>
                <a:lnTo>
                  <a:pt x="4267200" y="5029200"/>
                </a:lnTo>
                <a:lnTo>
                  <a:pt x="4267200" y="0"/>
                </a:lnTo>
                <a:lnTo>
                  <a:pt x="0" y="0"/>
                </a:lnTo>
                <a:lnTo>
                  <a:pt x="0" y="5029200"/>
                </a:lnTo>
                <a:close/>
              </a:path>
            </a:pathLst>
          </a:custGeom>
          <a:ln w="25400">
            <a:solidFill>
              <a:srgbClr val="000000"/>
            </a:solidFill>
          </a:ln>
        </p:spPr>
        <p:txBody>
          <a:bodyPr wrap="square" lIns="0" tIns="0" rIns="0" bIns="0" rtlCol="0">
            <a:noAutofit/>
          </a:bodyPr>
          <a:lstStyle/>
          <a:p>
            <a:endParaRPr/>
          </a:p>
        </p:txBody>
      </p:sp>
      <p:sp>
        <p:nvSpPr>
          <p:cNvPr id="12" name="object 12"/>
          <p:cNvSpPr/>
          <p:nvPr/>
        </p:nvSpPr>
        <p:spPr>
          <a:xfrm>
            <a:off x="4648200" y="838200"/>
            <a:ext cx="4114800" cy="4876800"/>
          </a:xfrm>
          <a:prstGeom prst="rect">
            <a:avLst/>
          </a:prstGeom>
          <a:blipFill>
            <a:blip r:embed="rId3" cstate="print"/>
            <a:stretch>
              <a:fillRect/>
            </a:stretch>
          </a:blipFill>
        </p:spPr>
        <p:txBody>
          <a:bodyPr wrap="square" lIns="0" tIns="0" rIns="0" bIns="0" rtlCol="0">
            <a:noAutofit/>
          </a:bodyPr>
          <a:lstStyle/>
          <a:p>
            <a:endParaRPr/>
          </a:p>
        </p:txBody>
      </p:sp>
      <p:sp>
        <p:nvSpPr>
          <p:cNvPr id="5" name="object 5"/>
          <p:cNvSpPr txBox="1"/>
          <p:nvPr/>
        </p:nvSpPr>
        <p:spPr>
          <a:xfrm>
            <a:off x="1526794" y="5938905"/>
            <a:ext cx="1075359" cy="254000"/>
          </a:xfrm>
          <a:prstGeom prst="rect">
            <a:avLst/>
          </a:prstGeom>
        </p:spPr>
        <p:txBody>
          <a:bodyPr wrap="square" lIns="0" tIns="12319" rIns="0" bIns="0" rtlCol="0">
            <a:noAutofit/>
          </a:bodyPr>
          <a:lstStyle/>
          <a:p>
            <a:pPr marL="12700">
              <a:lnSpc>
                <a:spcPts val="1939"/>
              </a:lnSpc>
            </a:pPr>
            <a:r>
              <a:rPr sz="1800" spc="0" dirty="0">
                <a:solidFill>
                  <a:schemeClr val="bg1"/>
                </a:solidFill>
                <a:latin typeface="Arial"/>
                <a:cs typeface="Arial"/>
              </a:rPr>
              <a:t>Gambar 1</a:t>
            </a:r>
            <a:endParaRPr sz="1800">
              <a:solidFill>
                <a:schemeClr val="bg1"/>
              </a:solidFill>
              <a:latin typeface="Arial"/>
              <a:cs typeface="Arial"/>
            </a:endParaRPr>
          </a:p>
        </p:txBody>
      </p:sp>
      <p:sp>
        <p:nvSpPr>
          <p:cNvPr id="4" name="object 4"/>
          <p:cNvSpPr txBox="1"/>
          <p:nvPr/>
        </p:nvSpPr>
        <p:spPr>
          <a:xfrm>
            <a:off x="5718810" y="5938905"/>
            <a:ext cx="1075359" cy="254000"/>
          </a:xfrm>
          <a:prstGeom prst="rect">
            <a:avLst/>
          </a:prstGeom>
        </p:spPr>
        <p:txBody>
          <a:bodyPr wrap="square" lIns="0" tIns="12319" rIns="0" bIns="0" rtlCol="0">
            <a:noAutofit/>
          </a:bodyPr>
          <a:lstStyle/>
          <a:p>
            <a:pPr marL="12700">
              <a:lnSpc>
                <a:spcPts val="1939"/>
              </a:lnSpc>
            </a:pPr>
            <a:r>
              <a:rPr sz="1800" spc="0" dirty="0">
                <a:solidFill>
                  <a:schemeClr val="bg1"/>
                </a:solidFill>
                <a:latin typeface="Arial"/>
                <a:cs typeface="Arial"/>
              </a:rPr>
              <a:t>Gambar 2</a:t>
            </a:r>
            <a:endParaRPr sz="1800">
              <a:solidFill>
                <a:schemeClr val="bg1"/>
              </a:solidFill>
              <a:latin typeface="Arial"/>
              <a:cs typeface="Arial"/>
            </a:endParaRPr>
          </a:p>
        </p:txBody>
      </p:sp>
      <p:sp>
        <p:nvSpPr>
          <p:cNvPr id="3" name="object 3"/>
          <p:cNvSpPr txBox="1"/>
          <p:nvPr/>
        </p:nvSpPr>
        <p:spPr>
          <a:xfrm>
            <a:off x="228600" y="762000"/>
            <a:ext cx="4267200" cy="5029200"/>
          </a:xfrm>
          <a:prstGeom prst="rect">
            <a:avLst/>
          </a:prstGeom>
        </p:spPr>
        <p:txBody>
          <a:bodyPr wrap="square" lIns="0" tIns="0" rIns="0" bIns="0" rtlCol="0">
            <a:noAutofit/>
          </a:bodyPr>
          <a:lstStyle/>
          <a:p>
            <a:pPr marL="25400">
              <a:lnSpc>
                <a:spcPts val="1000"/>
              </a:lnSpc>
            </a:pPr>
            <a:endParaRPr sz="1000"/>
          </a:p>
        </p:txBody>
      </p:sp>
      <p:sp>
        <p:nvSpPr>
          <p:cNvPr id="2" name="object 2"/>
          <p:cNvSpPr txBox="1"/>
          <p:nvPr/>
        </p:nvSpPr>
        <p:spPr>
          <a:xfrm>
            <a:off x="4572000" y="762000"/>
            <a:ext cx="4267200" cy="5029200"/>
          </a:xfrm>
          <a:prstGeom prst="rect">
            <a:avLst/>
          </a:prstGeom>
        </p:spPr>
        <p:txBody>
          <a:bodyPr wrap="square" lIns="0" tIns="0" rIns="0" bIns="0" rtlCol="0">
            <a:noAutofit/>
          </a:bodyPr>
          <a:lstStyle/>
          <a:p>
            <a:pPr marL="25400">
              <a:lnSpc>
                <a:spcPts val="1000"/>
              </a:lnSpc>
            </a:pP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ow it Works: The technology behind satellite internet - Viasat">
            <a:extLst>
              <a:ext uri="{FF2B5EF4-FFF2-40B4-BE49-F238E27FC236}">
                <a16:creationId xmlns:a16="http://schemas.microsoft.com/office/drawing/2014/main" id="{BC501C4F-2C31-9B1D-1BD0-CAB8337A2E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685800"/>
            <a:ext cx="8458200" cy="5622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0451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459740" y="1080262"/>
            <a:ext cx="8055915" cy="695960"/>
          </a:xfrm>
          <a:prstGeom prst="rect">
            <a:avLst/>
          </a:prstGeom>
        </p:spPr>
        <p:txBody>
          <a:bodyPr wrap="square" lIns="0" tIns="15875" rIns="0" bIns="0" rtlCol="0">
            <a:noAutofit/>
          </a:bodyPr>
          <a:lstStyle/>
          <a:p>
            <a:pPr marL="12700">
              <a:lnSpc>
                <a:spcPts val="2500"/>
              </a:lnSpc>
            </a:pPr>
            <a:r>
              <a:rPr sz="2400" spc="-5" dirty="0">
                <a:solidFill>
                  <a:schemeClr val="bg1"/>
                </a:solidFill>
                <a:latin typeface="Calibri"/>
                <a:cs typeface="Calibri"/>
              </a:rPr>
              <a:t>Ditinjau dari daerah cangkupannya satelit digolongkan menjadi 3</a:t>
            </a:r>
            <a:endParaRPr sz="2400">
              <a:solidFill>
                <a:schemeClr val="bg1"/>
              </a:solidFill>
              <a:latin typeface="Calibri"/>
              <a:cs typeface="Calibri"/>
            </a:endParaRPr>
          </a:p>
          <a:p>
            <a:pPr marL="355904" marR="45720">
              <a:lnSpc>
                <a:spcPts val="2880"/>
              </a:lnSpc>
              <a:spcBef>
                <a:spcPts val="19"/>
              </a:spcBef>
            </a:pPr>
            <a:r>
              <a:rPr sz="2400" spc="-2" dirty="0">
                <a:solidFill>
                  <a:schemeClr val="bg1"/>
                </a:solidFill>
                <a:latin typeface="Calibri"/>
                <a:cs typeface="Calibri"/>
              </a:rPr>
              <a:t>jenis, yaitu :</a:t>
            </a:r>
            <a:endParaRPr sz="2400">
              <a:solidFill>
                <a:schemeClr val="bg1"/>
              </a:solidFill>
              <a:latin typeface="Calibri"/>
              <a:cs typeface="Calibri"/>
            </a:endParaRPr>
          </a:p>
        </p:txBody>
      </p:sp>
      <p:sp>
        <p:nvSpPr>
          <p:cNvPr id="5" name="object 5"/>
          <p:cNvSpPr txBox="1"/>
          <p:nvPr/>
        </p:nvSpPr>
        <p:spPr>
          <a:xfrm>
            <a:off x="459740" y="1884934"/>
            <a:ext cx="301328" cy="330200"/>
          </a:xfrm>
          <a:prstGeom prst="rect">
            <a:avLst/>
          </a:prstGeom>
        </p:spPr>
        <p:txBody>
          <a:bodyPr wrap="square" lIns="0" tIns="15875" rIns="0" bIns="0" rtlCol="0">
            <a:noAutofit/>
          </a:bodyPr>
          <a:lstStyle/>
          <a:p>
            <a:pPr marL="12700">
              <a:lnSpc>
                <a:spcPts val="2500"/>
              </a:lnSpc>
            </a:pPr>
            <a:r>
              <a:rPr sz="2400" spc="-4" dirty="0">
                <a:solidFill>
                  <a:schemeClr val="bg1"/>
                </a:solidFill>
                <a:latin typeface="Calibri"/>
                <a:cs typeface="Calibri"/>
              </a:rPr>
              <a:t>1.</a:t>
            </a:r>
            <a:endParaRPr sz="2400">
              <a:solidFill>
                <a:schemeClr val="bg1"/>
              </a:solidFill>
              <a:latin typeface="Calibri"/>
              <a:cs typeface="Calibri"/>
            </a:endParaRPr>
          </a:p>
        </p:txBody>
      </p:sp>
      <p:sp>
        <p:nvSpPr>
          <p:cNvPr id="4" name="object 4"/>
          <p:cNvSpPr txBox="1"/>
          <p:nvPr/>
        </p:nvSpPr>
        <p:spPr>
          <a:xfrm>
            <a:off x="975156" y="1884934"/>
            <a:ext cx="8063044" cy="1866772"/>
          </a:xfrm>
          <a:prstGeom prst="rect">
            <a:avLst/>
          </a:prstGeom>
        </p:spPr>
        <p:txBody>
          <a:bodyPr wrap="square" lIns="0" tIns="15875" rIns="0" bIns="0" rtlCol="0">
            <a:noAutofit/>
          </a:bodyPr>
          <a:lstStyle/>
          <a:p>
            <a:pPr marL="12700" marR="43110" algn="just">
              <a:lnSpc>
                <a:spcPts val="2500"/>
              </a:lnSpc>
            </a:pPr>
            <a:r>
              <a:rPr sz="2400" spc="-5" dirty="0">
                <a:solidFill>
                  <a:schemeClr val="bg1"/>
                </a:solidFill>
                <a:latin typeface="Calibri"/>
                <a:cs typeface="Calibri"/>
              </a:rPr>
              <a:t>LEO (Low Earth Orbit Satellites)</a:t>
            </a:r>
            <a:endParaRPr sz="2400" dirty="0">
              <a:solidFill>
                <a:schemeClr val="bg1"/>
              </a:solidFill>
              <a:latin typeface="Calibri"/>
              <a:cs typeface="Calibri"/>
            </a:endParaRPr>
          </a:p>
          <a:p>
            <a:pPr marL="0" indent="0" algn="just">
              <a:lnSpc>
                <a:spcPts val="2050"/>
              </a:lnSpc>
              <a:buNone/>
            </a:pP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Satelit</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LEO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mengorbit</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pada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ketinggian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160 - 2.000 km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dengan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kecepatan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sekitar</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27.000 km/jam.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Meskipun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memiliki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jangkauan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terbatas</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orbit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rendah</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ini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ideal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untuk</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pengamatan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Bumi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resolusi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tinggi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konstelasi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internet broadband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seperti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Starlink</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dan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misi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ilmiah</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LEO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menawarkan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latensi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terendah</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dan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biaya</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peluncuran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yang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lebih</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ekonomis</a:t>
            </a:r>
            <a:r>
              <a:rPr lang="en-US" sz="2400" dirty="0">
                <a:solidFill>
                  <a:schemeClr val="bg1"/>
                </a:solidFill>
                <a:latin typeface="Raleway Medium" pitchFamily="34" charset="0"/>
                <a:ea typeface="Raleway Medium" pitchFamily="34" charset="-122"/>
                <a:cs typeface="Raleway Medium" pitchFamily="34" charset="-120"/>
              </a:rPr>
              <a:t>.</a:t>
            </a:r>
            <a:endParaRPr lang="en-US" sz="2400" dirty="0">
              <a:solidFill>
                <a:schemeClr val="bg1"/>
              </a:solidFill>
            </a:endParaRPr>
          </a:p>
        </p:txBody>
      </p:sp>
      <p:sp>
        <p:nvSpPr>
          <p:cNvPr id="3" name="object 3"/>
          <p:cNvSpPr txBox="1"/>
          <p:nvPr/>
        </p:nvSpPr>
        <p:spPr>
          <a:xfrm>
            <a:off x="459740" y="4299585"/>
            <a:ext cx="301328" cy="330200"/>
          </a:xfrm>
          <a:prstGeom prst="rect">
            <a:avLst/>
          </a:prstGeom>
        </p:spPr>
        <p:txBody>
          <a:bodyPr wrap="square" lIns="0" tIns="15875" rIns="0" bIns="0" rtlCol="0">
            <a:noAutofit/>
          </a:bodyPr>
          <a:lstStyle/>
          <a:p>
            <a:pPr marL="12700">
              <a:lnSpc>
                <a:spcPts val="2500"/>
              </a:lnSpc>
            </a:pPr>
            <a:r>
              <a:rPr sz="2400" spc="-4" dirty="0">
                <a:solidFill>
                  <a:schemeClr val="bg1"/>
                </a:solidFill>
                <a:latin typeface="Calibri"/>
                <a:cs typeface="Calibri"/>
              </a:rPr>
              <a:t>2.</a:t>
            </a:r>
            <a:endParaRPr sz="2400">
              <a:solidFill>
                <a:schemeClr val="bg1"/>
              </a:solidFill>
              <a:latin typeface="Calibri"/>
              <a:cs typeface="Calibri"/>
            </a:endParaRPr>
          </a:p>
        </p:txBody>
      </p:sp>
      <p:sp>
        <p:nvSpPr>
          <p:cNvPr id="2" name="object 2"/>
          <p:cNvSpPr txBox="1"/>
          <p:nvPr/>
        </p:nvSpPr>
        <p:spPr>
          <a:xfrm>
            <a:off x="975156" y="4299585"/>
            <a:ext cx="7939183" cy="1500962"/>
          </a:xfrm>
          <a:prstGeom prst="rect">
            <a:avLst/>
          </a:prstGeom>
        </p:spPr>
        <p:txBody>
          <a:bodyPr wrap="square" lIns="0" tIns="15875" rIns="0" bIns="0" rtlCol="0">
            <a:noAutofit/>
          </a:bodyPr>
          <a:lstStyle/>
          <a:p>
            <a:pPr marL="12700" marR="43110" algn="just">
              <a:lnSpc>
                <a:spcPts val="2500"/>
              </a:lnSpc>
            </a:pPr>
            <a:r>
              <a:rPr sz="2400" spc="-5" dirty="0">
                <a:solidFill>
                  <a:schemeClr val="bg1"/>
                </a:solidFill>
                <a:latin typeface="Calibri"/>
                <a:cs typeface="Calibri"/>
              </a:rPr>
              <a:t>MEO (Medium Earth Satellites)</a:t>
            </a:r>
            <a:endParaRPr sz="2400" dirty="0">
              <a:solidFill>
                <a:schemeClr val="bg1"/>
              </a:solidFill>
              <a:latin typeface="Calibri"/>
              <a:cs typeface="Calibri"/>
            </a:endParaRPr>
          </a:p>
          <a:p>
            <a:pPr marL="0" indent="0" algn="just">
              <a:lnSpc>
                <a:spcPts val="2050"/>
              </a:lnSpc>
              <a:buNone/>
            </a:pP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Satelit</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MEO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beroperasi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pada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ketinggian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2.000 - 35.786 km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dengan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periode</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orbit 2-24 jam. Orbit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ini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sangat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cocok</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untuk</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sistem</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navigasi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global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seperti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GPS dan Galileo,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serta</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untuk</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komunikasi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regional. MEO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menawarkan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keseimbangan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yang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baik</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antara</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latensi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cakupan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dan masa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pakai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satelit</a:t>
            </a:r>
            <a:r>
              <a:rPr lang="en-US" sz="2400" dirty="0">
                <a:solidFill>
                  <a:schemeClr val="bg1"/>
                </a:solidFill>
                <a:latin typeface="Calibri" panose="020F0502020204030204" pitchFamily="34" charset="0"/>
                <a:ea typeface="Raleway Medium" pitchFamily="34" charset="-122"/>
                <a:cs typeface="Calibri" panose="020F0502020204030204" pitchFamily="34" charset="0"/>
              </a:rPr>
              <a:t>.</a:t>
            </a:r>
            <a:endParaRPr lang="en-US" sz="2400" dirty="0">
              <a:solidFill>
                <a:schemeClr val="bg1"/>
              </a:solidFill>
              <a:latin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837268" y="3048000"/>
            <a:ext cx="7772400" cy="3657600"/>
          </a:xfrm>
          <a:prstGeom prst="rect">
            <a:avLst/>
          </a:prstGeom>
          <a:blipFill>
            <a:blip r:embed="rId2" cstate="print"/>
            <a:stretch>
              <a:fillRect/>
            </a:stretch>
          </a:blipFill>
        </p:spPr>
        <p:txBody>
          <a:bodyPr wrap="square" lIns="0" tIns="0" rIns="0" bIns="0" rtlCol="0">
            <a:noAutofit/>
          </a:bodyPr>
          <a:lstStyle/>
          <a:p>
            <a:endParaRPr>
              <a:solidFill>
                <a:schemeClr val="bg1"/>
              </a:solidFill>
            </a:endParaRPr>
          </a:p>
        </p:txBody>
      </p:sp>
      <p:sp>
        <p:nvSpPr>
          <p:cNvPr id="3" name="object 3"/>
          <p:cNvSpPr txBox="1"/>
          <p:nvPr/>
        </p:nvSpPr>
        <p:spPr>
          <a:xfrm>
            <a:off x="535940" y="1004062"/>
            <a:ext cx="301328" cy="330200"/>
          </a:xfrm>
          <a:prstGeom prst="rect">
            <a:avLst/>
          </a:prstGeom>
        </p:spPr>
        <p:txBody>
          <a:bodyPr wrap="square" lIns="0" tIns="15875" rIns="0" bIns="0" rtlCol="0">
            <a:noAutofit/>
          </a:bodyPr>
          <a:lstStyle/>
          <a:p>
            <a:pPr marL="12700">
              <a:lnSpc>
                <a:spcPts val="2500"/>
              </a:lnSpc>
            </a:pPr>
            <a:r>
              <a:rPr sz="2400" spc="-4" dirty="0">
                <a:solidFill>
                  <a:schemeClr val="bg1"/>
                </a:solidFill>
                <a:latin typeface="Calibri"/>
                <a:cs typeface="Calibri"/>
              </a:rPr>
              <a:t>3.</a:t>
            </a:r>
            <a:endParaRPr sz="2400">
              <a:solidFill>
                <a:schemeClr val="bg1"/>
              </a:solidFill>
              <a:latin typeface="Calibri"/>
              <a:cs typeface="Calibri"/>
            </a:endParaRPr>
          </a:p>
        </p:txBody>
      </p:sp>
      <p:sp>
        <p:nvSpPr>
          <p:cNvPr id="2" name="object 2"/>
          <p:cNvSpPr txBox="1"/>
          <p:nvPr/>
        </p:nvSpPr>
        <p:spPr>
          <a:xfrm>
            <a:off x="993444" y="1004062"/>
            <a:ext cx="7481983" cy="1134872"/>
          </a:xfrm>
          <a:prstGeom prst="rect">
            <a:avLst/>
          </a:prstGeom>
        </p:spPr>
        <p:txBody>
          <a:bodyPr wrap="square" lIns="0" tIns="15875" rIns="0" bIns="0" rtlCol="0">
            <a:noAutofit/>
          </a:bodyPr>
          <a:lstStyle/>
          <a:p>
            <a:pPr marL="12700" marR="43110">
              <a:lnSpc>
                <a:spcPts val="2500"/>
              </a:lnSpc>
            </a:pPr>
            <a:r>
              <a:rPr sz="2400" spc="-5" dirty="0">
                <a:solidFill>
                  <a:schemeClr val="bg1"/>
                </a:solidFill>
                <a:latin typeface="Calibri"/>
                <a:cs typeface="Calibri"/>
              </a:rPr>
              <a:t>GEO (Geosynchronous Earth Orbit)</a:t>
            </a:r>
            <a:endParaRPr sz="2400" dirty="0">
              <a:solidFill>
                <a:schemeClr val="bg1"/>
              </a:solidFill>
              <a:latin typeface="Calibri"/>
              <a:cs typeface="Calibri"/>
            </a:endParaRPr>
          </a:p>
          <a:p>
            <a:pPr marL="0" indent="0" algn="just">
              <a:lnSpc>
                <a:spcPts val="2050"/>
              </a:lnSpc>
              <a:buNone/>
            </a:pP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Satelit</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GEO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mengorbit</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pada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ketinggian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35.786 km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tepat</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di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atas</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ekuator</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dengan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kecepatan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11.000 km/jam.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Posisinya</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yang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stasioner</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relatif</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terhadap</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Bumi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membuatnya</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ideal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untuk</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siaran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TV,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telekomunikasi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dan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pengamatan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cuaca</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jangka</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panjang</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Satu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satelit</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GEO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dapat</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mencakup</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hingga</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sepertiga</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permukaan</a:t>
            </a:r>
            <a:r>
              <a:rPr lang="en-US" sz="2400" dirty="0">
                <a:solidFill>
                  <a:schemeClr val="bg1"/>
                </a:solidFill>
                <a:latin typeface="Calibri" panose="020F0502020204030204" pitchFamily="34" charset="0"/>
                <a:ea typeface="Raleway Medium" pitchFamily="34" charset="-122"/>
                <a:cs typeface="Calibri" panose="020F0502020204030204" pitchFamily="34" charset="0"/>
              </a:rPr>
              <a:t> </a:t>
            </a:r>
            <a:r>
              <a:rPr lang="en-US" sz="2400" dirty="0" err="1">
                <a:solidFill>
                  <a:schemeClr val="bg1"/>
                </a:solidFill>
                <a:latin typeface="Calibri" panose="020F0502020204030204" pitchFamily="34" charset="0"/>
                <a:ea typeface="Raleway Medium" pitchFamily="34" charset="-122"/>
                <a:cs typeface="Calibri" panose="020F0502020204030204" pitchFamily="34" charset="0"/>
              </a:rPr>
              <a:t>Bumi</a:t>
            </a:r>
            <a:r>
              <a:rPr lang="en-US" sz="2400" dirty="0">
                <a:solidFill>
                  <a:schemeClr val="bg1"/>
                </a:solidFill>
                <a:latin typeface="Calibri" panose="020F0502020204030204" pitchFamily="34" charset="0"/>
                <a:ea typeface="Raleway Medium" pitchFamily="34" charset="-122"/>
                <a:cs typeface="Calibri" panose="020F0502020204030204" pitchFamily="34" charset="0"/>
              </a:rPr>
              <a:t>.</a:t>
            </a:r>
            <a:endParaRPr lang="en-US" sz="2400" dirty="0">
              <a:solidFill>
                <a:schemeClr val="bg1"/>
              </a:solidFill>
              <a:latin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295400" y="1600200"/>
            <a:ext cx="6248400" cy="4876800"/>
          </a:xfrm>
          <a:prstGeom prst="rect">
            <a:avLst/>
          </a:prstGeom>
          <a:blipFill>
            <a:blip r:embed="rId2" cstate="print"/>
            <a:stretch>
              <a:fillRect/>
            </a:stretch>
          </a:blipFill>
        </p:spPr>
        <p:txBody>
          <a:bodyPr wrap="square" lIns="0" tIns="0" rIns="0" bIns="0" rtlCol="0">
            <a:noAutofit/>
          </a:bodyPr>
          <a:lstStyle/>
          <a:p>
            <a:endParaRPr dirty="0"/>
          </a:p>
        </p:txBody>
      </p:sp>
      <p:sp>
        <p:nvSpPr>
          <p:cNvPr id="3" name="object 3"/>
          <p:cNvSpPr txBox="1"/>
          <p:nvPr/>
        </p:nvSpPr>
        <p:spPr>
          <a:xfrm>
            <a:off x="879144" y="335152"/>
            <a:ext cx="6428410" cy="1285621"/>
          </a:xfrm>
          <a:prstGeom prst="rect">
            <a:avLst/>
          </a:prstGeom>
        </p:spPr>
        <p:txBody>
          <a:bodyPr wrap="square" lIns="0" tIns="18383" rIns="0" bIns="0" rtlCol="0">
            <a:noAutofit/>
          </a:bodyPr>
          <a:lstStyle/>
          <a:p>
            <a:pPr marL="1028268">
              <a:lnSpc>
                <a:spcPts val="2895"/>
              </a:lnSpc>
            </a:pPr>
            <a:r>
              <a:rPr sz="2800" spc="-13" dirty="0">
                <a:solidFill>
                  <a:schemeClr val="bg1"/>
                </a:solidFill>
                <a:latin typeface="Calibri"/>
                <a:cs typeface="Calibri"/>
              </a:rPr>
              <a:t>Komponen Sistem Komunikasi Satelit</a:t>
            </a:r>
            <a:endParaRPr sz="2800">
              <a:solidFill>
                <a:schemeClr val="bg1"/>
              </a:solidFill>
              <a:latin typeface="Calibri"/>
              <a:cs typeface="Calibri"/>
            </a:endParaRPr>
          </a:p>
          <a:p>
            <a:pPr marL="12700" marR="472887">
              <a:lnSpc>
                <a:spcPts val="3460"/>
              </a:lnSpc>
              <a:spcBef>
                <a:spcPts val="328"/>
              </a:spcBef>
            </a:pPr>
            <a:r>
              <a:rPr sz="2400" spc="-3" dirty="0">
                <a:solidFill>
                  <a:schemeClr val="bg1"/>
                </a:solidFill>
                <a:latin typeface="Calibri"/>
                <a:cs typeface="Calibri"/>
              </a:rPr>
              <a:t>Space segment (bagian yang berada di angkasa) Ground segment (biasa disebut stasiun bumi)</a:t>
            </a:r>
            <a:endParaRPr sz="2400">
              <a:solidFill>
                <a:schemeClr val="bg1"/>
              </a:solidFill>
              <a:latin typeface="Calibri"/>
              <a:cs typeface="Calibri"/>
            </a:endParaRPr>
          </a:p>
        </p:txBody>
      </p:sp>
      <p:sp>
        <p:nvSpPr>
          <p:cNvPr id="2" name="object 2"/>
          <p:cNvSpPr txBox="1"/>
          <p:nvPr/>
        </p:nvSpPr>
        <p:spPr>
          <a:xfrm>
            <a:off x="535940" y="833278"/>
            <a:ext cx="177800" cy="769112"/>
          </a:xfrm>
          <a:prstGeom prst="rect">
            <a:avLst/>
          </a:prstGeom>
        </p:spPr>
        <p:txBody>
          <a:bodyPr wrap="square" lIns="0" tIns="16224" rIns="0" bIns="0" rtlCol="0">
            <a:noAutofit/>
          </a:bodyPr>
          <a:lstStyle/>
          <a:p>
            <a:pPr marL="12700">
              <a:lnSpc>
                <a:spcPts val="2555"/>
              </a:lnSpc>
            </a:pPr>
            <a:r>
              <a:rPr sz="2400" dirty="0">
                <a:solidFill>
                  <a:schemeClr val="bg1"/>
                </a:solidFill>
                <a:latin typeface="Arial"/>
                <a:cs typeface="Arial"/>
              </a:rPr>
              <a:t>•</a:t>
            </a:r>
            <a:endParaRPr sz="2400">
              <a:solidFill>
                <a:schemeClr val="bg1"/>
              </a:solidFill>
              <a:latin typeface="Arial"/>
              <a:cs typeface="Arial"/>
            </a:endParaRPr>
          </a:p>
          <a:p>
            <a:pPr marL="12700">
              <a:lnSpc>
                <a:spcPct val="95825"/>
              </a:lnSpc>
              <a:spcBef>
                <a:spcPts val="568"/>
              </a:spcBef>
            </a:pPr>
            <a:r>
              <a:rPr sz="2400" dirty="0">
                <a:solidFill>
                  <a:schemeClr val="bg1"/>
                </a:solidFill>
                <a:latin typeface="Arial"/>
                <a:cs typeface="Arial"/>
              </a:rPr>
              <a:t>•</a:t>
            </a:r>
            <a:endParaRPr sz="2400">
              <a:solidFill>
                <a:schemeClr val="bg1"/>
              </a:solidFill>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2305050" y="424179"/>
            <a:ext cx="4597191" cy="406400"/>
          </a:xfrm>
          <a:prstGeom prst="rect">
            <a:avLst/>
          </a:prstGeom>
        </p:spPr>
        <p:txBody>
          <a:bodyPr wrap="square" lIns="0" tIns="19685" rIns="0" bIns="0" rtlCol="0">
            <a:noAutofit/>
          </a:bodyPr>
          <a:lstStyle/>
          <a:p>
            <a:pPr marL="12700">
              <a:lnSpc>
                <a:spcPts val="3100"/>
              </a:lnSpc>
            </a:pPr>
            <a:r>
              <a:rPr sz="3000" spc="-14" dirty="0">
                <a:solidFill>
                  <a:schemeClr val="bg1"/>
                </a:solidFill>
                <a:latin typeface="Calibri"/>
                <a:cs typeface="Calibri"/>
              </a:rPr>
              <a:t>Karakteristik Transmisi Satelit</a:t>
            </a:r>
            <a:endParaRPr sz="3000">
              <a:solidFill>
                <a:schemeClr val="bg1"/>
              </a:solidFill>
              <a:latin typeface="Calibri"/>
              <a:cs typeface="Calibri"/>
            </a:endParaRPr>
          </a:p>
        </p:txBody>
      </p:sp>
      <p:sp>
        <p:nvSpPr>
          <p:cNvPr id="5" name="object 5"/>
          <p:cNvSpPr txBox="1"/>
          <p:nvPr/>
        </p:nvSpPr>
        <p:spPr>
          <a:xfrm>
            <a:off x="533400" y="1354963"/>
            <a:ext cx="8471021" cy="4573905"/>
          </a:xfrm>
          <a:prstGeom prst="rect">
            <a:avLst/>
          </a:prstGeom>
        </p:spPr>
        <p:txBody>
          <a:bodyPr wrap="square" lIns="0" tIns="15875" rIns="0" bIns="0" rtlCol="0">
            <a:noAutofit/>
          </a:bodyPr>
          <a:lstStyle/>
          <a:p>
            <a:pPr marL="355600" marR="43110" indent="-342900" algn="just">
              <a:lnSpc>
                <a:spcPts val="2500"/>
              </a:lnSpc>
              <a:buFont typeface="Arial" panose="020B0604020202020204" pitchFamily="34" charset="0"/>
              <a:buChar char="•"/>
            </a:pPr>
            <a:r>
              <a:rPr sz="2400" spc="-4" dirty="0">
                <a:solidFill>
                  <a:schemeClr val="bg1"/>
                </a:solidFill>
                <a:latin typeface="Calibri"/>
                <a:cs typeface="Calibri"/>
              </a:rPr>
              <a:t>Jangkauan frekuensi untuk transmisi satelit adalah </a:t>
            </a:r>
            <a:r>
              <a:rPr sz="2400" spc="-4" dirty="0" err="1">
                <a:solidFill>
                  <a:schemeClr val="bg1"/>
                </a:solidFill>
                <a:latin typeface="Calibri"/>
                <a:cs typeface="Calibri"/>
              </a:rPr>
              <a:t>berkisar</a:t>
            </a:r>
            <a:r>
              <a:rPr sz="2400" spc="-4" dirty="0">
                <a:solidFill>
                  <a:schemeClr val="bg1"/>
                </a:solidFill>
                <a:latin typeface="Calibri"/>
                <a:cs typeface="Calibri"/>
              </a:rPr>
              <a:t> pada</a:t>
            </a:r>
            <a:r>
              <a:rPr lang="en-US" sz="2400" dirty="0">
                <a:solidFill>
                  <a:schemeClr val="bg1"/>
                </a:solidFill>
                <a:latin typeface="Calibri"/>
                <a:cs typeface="Calibri"/>
              </a:rPr>
              <a:t> </a:t>
            </a:r>
            <a:r>
              <a:rPr sz="2400" spc="-1" dirty="0">
                <a:solidFill>
                  <a:schemeClr val="bg1"/>
                </a:solidFill>
                <a:latin typeface="Calibri"/>
                <a:cs typeface="Calibri"/>
              </a:rPr>
              <a:t>1 sampai 10 GHz.</a:t>
            </a:r>
            <a:endParaRPr sz="2400" dirty="0">
              <a:solidFill>
                <a:schemeClr val="bg1"/>
              </a:solidFill>
              <a:latin typeface="Calibri"/>
              <a:cs typeface="Calibri"/>
            </a:endParaRPr>
          </a:p>
          <a:p>
            <a:pPr marL="355600" marR="685009" indent="-342900" algn="just">
              <a:lnSpc>
                <a:spcPts val="2880"/>
              </a:lnSpc>
              <a:spcBef>
                <a:spcPts val="553"/>
              </a:spcBef>
              <a:buFont typeface="Arial" panose="020B0604020202020204" pitchFamily="34" charset="0"/>
              <a:buChar char="•"/>
            </a:pPr>
            <a:r>
              <a:rPr sz="2400" spc="-4" dirty="0">
                <a:solidFill>
                  <a:schemeClr val="bg1"/>
                </a:solidFill>
                <a:latin typeface="Calibri"/>
                <a:cs typeface="Calibri"/>
              </a:rPr>
              <a:t>Dibawah 1 GHz terdapat noise yang berpengaruh dari alam seperti noise dari galaksi, matahari, atmosfer serta inferensi buatan manusia dari berbagai pelengkapan elektronik.</a:t>
            </a:r>
            <a:endParaRPr sz="2400" dirty="0">
              <a:solidFill>
                <a:schemeClr val="bg1"/>
              </a:solidFill>
              <a:latin typeface="Calibri"/>
              <a:cs typeface="Calibri"/>
            </a:endParaRPr>
          </a:p>
          <a:p>
            <a:pPr marL="355600" marR="79090" indent="-342900" algn="just">
              <a:lnSpc>
                <a:spcPts val="2880"/>
              </a:lnSpc>
              <a:spcBef>
                <a:spcPts val="575"/>
              </a:spcBef>
              <a:buFont typeface="Arial" panose="020B0604020202020204" pitchFamily="34" charset="0"/>
              <a:buChar char="•"/>
            </a:pPr>
            <a:r>
              <a:rPr sz="2400" spc="-9" dirty="0" err="1">
                <a:solidFill>
                  <a:schemeClr val="bg1"/>
                </a:solidFill>
                <a:latin typeface="Calibri"/>
                <a:cs typeface="Calibri"/>
              </a:rPr>
              <a:t>Di</a:t>
            </a:r>
            <a:r>
              <a:rPr lang="en-US" sz="2400" spc="-9" dirty="0" err="1">
                <a:solidFill>
                  <a:schemeClr val="bg1"/>
                </a:solidFill>
                <a:latin typeface="Calibri"/>
                <a:cs typeface="Calibri"/>
              </a:rPr>
              <a:t>a</a:t>
            </a:r>
            <a:r>
              <a:rPr sz="2400" spc="-9" dirty="0" err="1">
                <a:solidFill>
                  <a:schemeClr val="bg1"/>
                </a:solidFill>
                <a:latin typeface="Calibri"/>
                <a:cs typeface="Calibri"/>
              </a:rPr>
              <a:t>tas</a:t>
            </a:r>
            <a:r>
              <a:rPr sz="2400" spc="-9" dirty="0">
                <a:solidFill>
                  <a:schemeClr val="bg1"/>
                </a:solidFill>
                <a:latin typeface="Calibri"/>
                <a:cs typeface="Calibri"/>
              </a:rPr>
              <a:t> 10 GHz, sinyal-sinyal akan mengalami atenuasi yang parah akibat penyerapan dan pengendapatan di atmosfer.</a:t>
            </a:r>
            <a:endParaRPr sz="2400" dirty="0">
              <a:solidFill>
                <a:schemeClr val="bg1"/>
              </a:solidFill>
              <a:latin typeface="Calibri"/>
              <a:cs typeface="Calibri"/>
            </a:endParaRPr>
          </a:p>
          <a:p>
            <a:pPr marL="355600" indent="-342900" algn="just">
              <a:lnSpc>
                <a:spcPct val="99995"/>
              </a:lnSpc>
              <a:spcBef>
                <a:spcPts val="445"/>
              </a:spcBef>
              <a:buFont typeface="Arial" panose="020B0604020202020204" pitchFamily="34" charset="0"/>
              <a:buChar char="•"/>
            </a:pPr>
            <a:r>
              <a:rPr sz="2400" dirty="0">
                <a:solidFill>
                  <a:schemeClr val="bg1"/>
                </a:solidFill>
                <a:latin typeface="Calibri"/>
                <a:cs typeface="Calibri"/>
              </a:rPr>
              <a:t>F</a:t>
            </a:r>
            <a:r>
              <a:rPr sz="2400" spc="-29" dirty="0">
                <a:solidFill>
                  <a:schemeClr val="bg1"/>
                </a:solidFill>
                <a:latin typeface="Calibri"/>
                <a:cs typeface="Calibri"/>
              </a:rPr>
              <a:t>r</a:t>
            </a:r>
            <a:r>
              <a:rPr sz="2400" spc="0" dirty="0">
                <a:solidFill>
                  <a:schemeClr val="bg1"/>
                </a:solidFill>
                <a:latin typeface="Calibri"/>
                <a:cs typeface="Calibri"/>
              </a:rPr>
              <a:t>e</a:t>
            </a:r>
            <a:r>
              <a:rPr sz="2400" spc="-29" dirty="0">
                <a:solidFill>
                  <a:schemeClr val="bg1"/>
                </a:solidFill>
                <a:latin typeface="Calibri"/>
                <a:cs typeface="Calibri"/>
              </a:rPr>
              <a:t>k</a:t>
            </a:r>
            <a:r>
              <a:rPr sz="2400" spc="0" dirty="0">
                <a:solidFill>
                  <a:schemeClr val="bg1"/>
                </a:solidFill>
                <a:latin typeface="Calibri"/>
                <a:cs typeface="Calibri"/>
              </a:rPr>
              <a:t>uensi uplink dan d</a:t>
            </a:r>
            <a:r>
              <a:rPr sz="2400" spc="-19" dirty="0">
                <a:solidFill>
                  <a:schemeClr val="bg1"/>
                </a:solidFill>
                <a:latin typeface="Calibri"/>
                <a:cs typeface="Calibri"/>
              </a:rPr>
              <a:t>o</a:t>
            </a:r>
            <a:r>
              <a:rPr sz="2400" spc="0" dirty="0">
                <a:solidFill>
                  <a:schemeClr val="bg1"/>
                </a:solidFill>
                <a:latin typeface="Calibri"/>
                <a:cs typeface="Calibri"/>
              </a:rPr>
              <a:t>wnlink berb</a:t>
            </a:r>
            <a:r>
              <a:rPr sz="2400" spc="9" dirty="0">
                <a:solidFill>
                  <a:schemeClr val="bg1"/>
                </a:solidFill>
                <a:latin typeface="Calibri"/>
                <a:cs typeface="Calibri"/>
              </a:rPr>
              <a:t>e</a:t>
            </a:r>
            <a:r>
              <a:rPr sz="2400" spc="0" dirty="0">
                <a:solidFill>
                  <a:schemeClr val="bg1"/>
                </a:solidFill>
                <a:latin typeface="Calibri"/>
                <a:cs typeface="Calibri"/>
              </a:rPr>
              <a:t>da </a:t>
            </a:r>
            <a:r>
              <a:rPr sz="2400" spc="-34" dirty="0">
                <a:solidFill>
                  <a:schemeClr val="bg1"/>
                </a:solidFill>
                <a:latin typeface="Calibri"/>
                <a:cs typeface="Calibri"/>
              </a:rPr>
              <a:t>k</a:t>
            </a:r>
            <a:r>
              <a:rPr sz="2400" spc="0" dirty="0">
                <a:solidFill>
                  <a:schemeClr val="bg1"/>
                </a:solidFill>
                <a:latin typeface="Calibri"/>
                <a:cs typeface="Calibri"/>
              </a:rPr>
              <a:t>a</a:t>
            </a:r>
            <a:r>
              <a:rPr sz="2400" spc="-29" dirty="0">
                <a:solidFill>
                  <a:schemeClr val="bg1"/>
                </a:solidFill>
                <a:latin typeface="Calibri"/>
                <a:cs typeface="Calibri"/>
              </a:rPr>
              <a:t>r</a:t>
            </a:r>
            <a:r>
              <a:rPr sz="2400" spc="0" dirty="0">
                <a:solidFill>
                  <a:schemeClr val="bg1"/>
                </a:solidFill>
                <a:latin typeface="Calibri"/>
                <a:cs typeface="Calibri"/>
              </a:rPr>
              <a:t>ena</a:t>
            </a:r>
            <a:r>
              <a:rPr sz="2400" spc="-9" dirty="0">
                <a:solidFill>
                  <a:schemeClr val="bg1"/>
                </a:solidFill>
                <a:latin typeface="Calibri"/>
                <a:cs typeface="Calibri"/>
              </a:rPr>
              <a:t> </a:t>
            </a:r>
            <a:r>
              <a:rPr sz="2400" spc="0" dirty="0">
                <a:solidFill>
                  <a:schemeClr val="bg1"/>
                </a:solidFill>
                <a:latin typeface="Calibri"/>
                <a:cs typeface="Calibri"/>
              </a:rPr>
              <a:t>s</a:t>
            </a:r>
            <a:r>
              <a:rPr sz="2400" spc="-25" dirty="0">
                <a:solidFill>
                  <a:schemeClr val="bg1"/>
                </a:solidFill>
                <a:latin typeface="Calibri"/>
                <a:cs typeface="Calibri"/>
              </a:rPr>
              <a:t>at</a:t>
            </a:r>
            <a:r>
              <a:rPr sz="2400" spc="0" dirty="0">
                <a:solidFill>
                  <a:schemeClr val="bg1"/>
                </a:solidFill>
                <a:latin typeface="Calibri"/>
                <a:cs typeface="Calibri"/>
              </a:rPr>
              <a:t>elit</a:t>
            </a:r>
            <a:r>
              <a:rPr sz="2400" spc="-19" dirty="0">
                <a:solidFill>
                  <a:schemeClr val="bg1"/>
                </a:solidFill>
                <a:latin typeface="Calibri"/>
                <a:cs typeface="Calibri"/>
              </a:rPr>
              <a:t> </a:t>
            </a:r>
            <a:r>
              <a:rPr sz="2400" spc="0" dirty="0">
                <a:solidFill>
                  <a:schemeClr val="bg1"/>
                </a:solidFill>
                <a:latin typeface="Calibri"/>
                <a:cs typeface="Calibri"/>
              </a:rPr>
              <a:t>tidak</a:t>
            </a:r>
            <a:r>
              <a:rPr sz="2400" spc="-9" dirty="0">
                <a:solidFill>
                  <a:schemeClr val="bg1"/>
                </a:solidFill>
                <a:latin typeface="Calibri"/>
                <a:cs typeface="Calibri"/>
              </a:rPr>
              <a:t> </a:t>
            </a:r>
            <a:r>
              <a:rPr sz="2400" spc="0" dirty="0">
                <a:solidFill>
                  <a:schemeClr val="bg1"/>
                </a:solidFill>
                <a:latin typeface="Calibri"/>
                <a:cs typeface="Calibri"/>
              </a:rPr>
              <a:t>dap</a:t>
            </a:r>
            <a:r>
              <a:rPr sz="2400" spc="-19" dirty="0">
                <a:solidFill>
                  <a:schemeClr val="bg1"/>
                </a:solidFill>
                <a:latin typeface="Calibri"/>
                <a:cs typeface="Calibri"/>
              </a:rPr>
              <a:t>a</a:t>
            </a:r>
            <a:r>
              <a:rPr sz="2400" spc="0" dirty="0">
                <a:solidFill>
                  <a:schemeClr val="bg1"/>
                </a:solidFill>
                <a:latin typeface="Calibri"/>
                <a:cs typeface="Calibri"/>
              </a:rPr>
              <a:t>t men</a:t>
            </a:r>
            <a:r>
              <a:rPr sz="2400" spc="9" dirty="0">
                <a:solidFill>
                  <a:schemeClr val="bg1"/>
                </a:solidFill>
                <a:latin typeface="Calibri"/>
                <a:cs typeface="Calibri"/>
              </a:rPr>
              <a:t>e</a:t>
            </a:r>
            <a:r>
              <a:rPr sz="2400" spc="0" dirty="0">
                <a:solidFill>
                  <a:schemeClr val="bg1"/>
                </a:solidFill>
                <a:latin typeface="Calibri"/>
                <a:cs typeface="Calibri"/>
              </a:rPr>
              <a:t>rima</a:t>
            </a:r>
            <a:r>
              <a:rPr sz="2400" spc="-19" dirty="0">
                <a:solidFill>
                  <a:schemeClr val="bg1"/>
                </a:solidFill>
                <a:latin typeface="Calibri"/>
                <a:cs typeface="Calibri"/>
              </a:rPr>
              <a:t> </a:t>
            </a:r>
            <a:r>
              <a:rPr sz="2400" spc="0" dirty="0">
                <a:solidFill>
                  <a:schemeClr val="bg1"/>
                </a:solidFill>
                <a:latin typeface="Calibri"/>
                <a:cs typeface="Calibri"/>
              </a:rPr>
              <a:t>dan m</a:t>
            </a:r>
            <a:r>
              <a:rPr sz="2400" spc="4" dirty="0">
                <a:solidFill>
                  <a:schemeClr val="bg1"/>
                </a:solidFill>
                <a:latin typeface="Calibri"/>
                <a:cs typeface="Calibri"/>
              </a:rPr>
              <a:t>e</a:t>
            </a:r>
            <a:r>
              <a:rPr sz="2400" spc="-25" dirty="0">
                <a:solidFill>
                  <a:schemeClr val="bg1"/>
                </a:solidFill>
                <a:latin typeface="Calibri"/>
                <a:cs typeface="Calibri"/>
              </a:rPr>
              <a:t>n</a:t>
            </a:r>
            <a:r>
              <a:rPr sz="2400" spc="0" dirty="0">
                <a:solidFill>
                  <a:schemeClr val="bg1"/>
                </a:solidFill>
                <a:latin typeface="Calibri"/>
                <a:cs typeface="Calibri"/>
              </a:rPr>
              <a:t>t</a:t>
            </a:r>
            <a:r>
              <a:rPr sz="2400" spc="-44" dirty="0">
                <a:solidFill>
                  <a:schemeClr val="bg1"/>
                </a:solidFill>
                <a:latin typeface="Calibri"/>
                <a:cs typeface="Calibri"/>
              </a:rPr>
              <a:t>r</a:t>
            </a:r>
            <a:r>
              <a:rPr sz="2400" spc="0" dirty="0">
                <a:solidFill>
                  <a:schemeClr val="bg1"/>
                </a:solidFill>
                <a:latin typeface="Calibri"/>
                <a:cs typeface="Calibri"/>
              </a:rPr>
              <a:t>ansmisi</a:t>
            </a:r>
            <a:r>
              <a:rPr sz="2400" spc="-25" dirty="0">
                <a:solidFill>
                  <a:schemeClr val="bg1"/>
                </a:solidFill>
                <a:latin typeface="Calibri"/>
                <a:cs typeface="Calibri"/>
              </a:rPr>
              <a:t> </a:t>
            </a:r>
            <a:r>
              <a:rPr sz="2400" spc="0" dirty="0">
                <a:solidFill>
                  <a:schemeClr val="bg1"/>
                </a:solidFill>
                <a:latin typeface="Calibri"/>
                <a:cs typeface="Calibri"/>
              </a:rPr>
              <a:t>den</a:t>
            </a:r>
            <a:r>
              <a:rPr sz="2400" spc="-44" dirty="0">
                <a:solidFill>
                  <a:schemeClr val="bg1"/>
                </a:solidFill>
                <a:latin typeface="Calibri"/>
                <a:cs typeface="Calibri"/>
              </a:rPr>
              <a:t>g</a:t>
            </a:r>
            <a:r>
              <a:rPr sz="2400" spc="0" dirty="0">
                <a:solidFill>
                  <a:schemeClr val="bg1"/>
                </a:solidFill>
                <a:latin typeface="Calibri"/>
                <a:cs typeface="Calibri"/>
              </a:rPr>
              <a:t>an</a:t>
            </a:r>
            <a:r>
              <a:rPr sz="2400" spc="9" dirty="0">
                <a:solidFill>
                  <a:schemeClr val="bg1"/>
                </a:solidFill>
                <a:latin typeface="Calibri"/>
                <a:cs typeface="Calibri"/>
              </a:rPr>
              <a:t> </a:t>
            </a:r>
            <a:r>
              <a:rPr sz="2400" spc="0" dirty="0">
                <a:solidFill>
                  <a:schemeClr val="bg1"/>
                </a:solidFill>
                <a:latin typeface="Calibri"/>
                <a:cs typeface="Calibri"/>
              </a:rPr>
              <a:t>f</a:t>
            </a:r>
            <a:r>
              <a:rPr sz="2400" spc="-34" dirty="0">
                <a:solidFill>
                  <a:schemeClr val="bg1"/>
                </a:solidFill>
                <a:latin typeface="Calibri"/>
                <a:cs typeface="Calibri"/>
              </a:rPr>
              <a:t>r</a:t>
            </a:r>
            <a:r>
              <a:rPr sz="2400" spc="0" dirty="0">
                <a:solidFill>
                  <a:schemeClr val="bg1"/>
                </a:solidFill>
                <a:latin typeface="Calibri"/>
                <a:cs typeface="Calibri"/>
              </a:rPr>
              <a:t>e</a:t>
            </a:r>
            <a:r>
              <a:rPr sz="2400" spc="-29" dirty="0">
                <a:solidFill>
                  <a:schemeClr val="bg1"/>
                </a:solidFill>
                <a:latin typeface="Calibri"/>
                <a:cs typeface="Calibri"/>
              </a:rPr>
              <a:t>k</a:t>
            </a:r>
            <a:r>
              <a:rPr sz="2400" spc="0" dirty="0">
                <a:solidFill>
                  <a:schemeClr val="bg1"/>
                </a:solidFill>
                <a:latin typeface="Calibri"/>
                <a:cs typeface="Calibri"/>
              </a:rPr>
              <a:t>uensi</a:t>
            </a:r>
            <a:r>
              <a:rPr sz="2400" spc="9" dirty="0">
                <a:solidFill>
                  <a:schemeClr val="bg1"/>
                </a:solidFill>
                <a:latin typeface="Calibri"/>
                <a:cs typeface="Calibri"/>
              </a:rPr>
              <a:t> </a:t>
            </a:r>
            <a:r>
              <a:rPr sz="2400" spc="-29" dirty="0">
                <a:solidFill>
                  <a:schemeClr val="bg1"/>
                </a:solidFill>
                <a:latin typeface="Calibri"/>
                <a:cs typeface="Calibri"/>
              </a:rPr>
              <a:t>y</a:t>
            </a:r>
            <a:r>
              <a:rPr sz="2400" spc="0" dirty="0">
                <a:solidFill>
                  <a:schemeClr val="bg1"/>
                </a:solidFill>
                <a:latin typeface="Calibri"/>
                <a:cs typeface="Calibri"/>
              </a:rPr>
              <a:t>ang</a:t>
            </a:r>
            <a:r>
              <a:rPr sz="2400" spc="-14" dirty="0">
                <a:solidFill>
                  <a:schemeClr val="bg1"/>
                </a:solidFill>
                <a:latin typeface="Calibri"/>
                <a:cs typeface="Calibri"/>
              </a:rPr>
              <a:t> </a:t>
            </a:r>
            <a:r>
              <a:rPr sz="2400" spc="0" dirty="0">
                <a:solidFill>
                  <a:schemeClr val="bg1"/>
                </a:solidFill>
                <a:latin typeface="Calibri"/>
                <a:cs typeface="Calibri"/>
              </a:rPr>
              <a:t>sama</a:t>
            </a:r>
            <a:r>
              <a:rPr sz="2400" spc="-9" dirty="0">
                <a:solidFill>
                  <a:schemeClr val="bg1"/>
                </a:solidFill>
                <a:latin typeface="Calibri"/>
                <a:cs typeface="Calibri"/>
              </a:rPr>
              <a:t> </a:t>
            </a:r>
            <a:r>
              <a:rPr sz="2400" spc="0" dirty="0">
                <a:solidFill>
                  <a:schemeClr val="bg1"/>
                </a:solidFill>
                <a:latin typeface="Calibri"/>
                <a:cs typeface="Calibri"/>
              </a:rPr>
              <a:t>pada </a:t>
            </a:r>
            <a:r>
              <a:rPr sz="2400" spc="-84" dirty="0">
                <a:solidFill>
                  <a:schemeClr val="bg1"/>
                </a:solidFill>
                <a:latin typeface="Calibri"/>
                <a:cs typeface="Calibri"/>
              </a:rPr>
              <a:t>k</a:t>
            </a:r>
            <a:r>
              <a:rPr sz="2400" spc="0" dirty="0">
                <a:solidFill>
                  <a:schemeClr val="bg1"/>
                </a:solidFill>
                <a:latin typeface="Calibri"/>
                <a:cs typeface="Calibri"/>
              </a:rPr>
              <a:t>o</a:t>
            </a:r>
            <a:r>
              <a:rPr sz="2400" spc="-9" dirty="0">
                <a:solidFill>
                  <a:schemeClr val="bg1"/>
                </a:solidFill>
                <a:latin typeface="Calibri"/>
                <a:cs typeface="Calibri"/>
              </a:rPr>
              <a:t>n</a:t>
            </a:r>
            <a:r>
              <a:rPr sz="2400" spc="0" dirty="0">
                <a:solidFill>
                  <a:schemeClr val="bg1"/>
                </a:solidFill>
                <a:latin typeface="Calibri"/>
                <a:cs typeface="Calibri"/>
              </a:rPr>
              <a:t>disi</a:t>
            </a:r>
            <a:r>
              <a:rPr sz="2400" spc="-9" dirty="0">
                <a:solidFill>
                  <a:schemeClr val="bg1"/>
                </a:solidFill>
                <a:latin typeface="Calibri"/>
                <a:cs typeface="Calibri"/>
              </a:rPr>
              <a:t> </a:t>
            </a:r>
            <a:r>
              <a:rPr sz="2400" spc="0" dirty="0">
                <a:solidFill>
                  <a:schemeClr val="bg1"/>
                </a:solidFill>
                <a:latin typeface="Calibri"/>
                <a:cs typeface="Calibri"/>
              </a:rPr>
              <a:t>o</a:t>
            </a:r>
            <a:r>
              <a:rPr sz="2400" spc="-9" dirty="0">
                <a:solidFill>
                  <a:schemeClr val="bg1"/>
                </a:solidFill>
                <a:latin typeface="Calibri"/>
                <a:cs typeface="Calibri"/>
              </a:rPr>
              <a:t>p</a:t>
            </a:r>
            <a:r>
              <a:rPr sz="2400" spc="0" dirty="0">
                <a:solidFill>
                  <a:schemeClr val="bg1"/>
                </a:solidFill>
                <a:latin typeface="Calibri"/>
                <a:cs typeface="Calibri"/>
              </a:rPr>
              <a:t>e</a:t>
            </a:r>
            <a:r>
              <a:rPr sz="2400" spc="-39" dirty="0">
                <a:solidFill>
                  <a:schemeClr val="bg1"/>
                </a:solidFill>
                <a:latin typeface="Calibri"/>
                <a:cs typeface="Calibri"/>
              </a:rPr>
              <a:t>r</a:t>
            </a:r>
            <a:r>
              <a:rPr sz="2400" spc="0" dirty="0">
                <a:solidFill>
                  <a:schemeClr val="bg1"/>
                </a:solidFill>
                <a:latin typeface="Calibri"/>
                <a:cs typeface="Calibri"/>
              </a:rPr>
              <a:t>asi </a:t>
            </a:r>
            <a:r>
              <a:rPr sz="2400" spc="-29" dirty="0">
                <a:solidFill>
                  <a:schemeClr val="bg1"/>
                </a:solidFill>
                <a:latin typeface="Calibri"/>
                <a:cs typeface="Calibri"/>
              </a:rPr>
              <a:t>t</a:t>
            </a:r>
            <a:r>
              <a:rPr sz="2400" spc="0" dirty="0">
                <a:solidFill>
                  <a:schemeClr val="bg1"/>
                </a:solidFill>
                <a:latin typeface="Calibri"/>
                <a:cs typeface="Calibri"/>
              </a:rPr>
              <a:t>erus</a:t>
            </a:r>
            <a:r>
              <a:rPr sz="2400" spc="-14" dirty="0">
                <a:solidFill>
                  <a:schemeClr val="bg1"/>
                </a:solidFill>
                <a:latin typeface="Calibri"/>
                <a:cs typeface="Calibri"/>
              </a:rPr>
              <a:t> </a:t>
            </a:r>
            <a:r>
              <a:rPr sz="2400" spc="0" dirty="0">
                <a:solidFill>
                  <a:schemeClr val="bg1"/>
                </a:solidFill>
                <a:latin typeface="Calibri"/>
                <a:cs typeface="Calibri"/>
              </a:rPr>
              <a:t>mene</a:t>
            </a:r>
            <a:r>
              <a:rPr sz="2400" spc="4" dirty="0">
                <a:solidFill>
                  <a:schemeClr val="bg1"/>
                </a:solidFill>
                <a:latin typeface="Calibri"/>
                <a:cs typeface="Calibri"/>
              </a:rPr>
              <a:t>r</a:t>
            </a:r>
            <a:r>
              <a:rPr sz="2400" spc="0" dirty="0">
                <a:solidFill>
                  <a:schemeClr val="bg1"/>
                </a:solidFill>
                <a:latin typeface="Calibri"/>
                <a:cs typeface="Calibri"/>
              </a:rPr>
              <a:t>us</a:t>
            </a:r>
            <a:r>
              <a:rPr sz="2400" spc="-9" dirty="0">
                <a:solidFill>
                  <a:schemeClr val="bg1"/>
                </a:solidFill>
                <a:latin typeface="Calibri"/>
                <a:cs typeface="Calibri"/>
              </a:rPr>
              <a:t> </a:t>
            </a:r>
            <a:r>
              <a:rPr sz="2400" spc="-25" dirty="0" err="1">
                <a:solidFill>
                  <a:schemeClr val="bg1"/>
                </a:solidFill>
                <a:latin typeface="Calibri"/>
                <a:cs typeface="Calibri"/>
              </a:rPr>
              <a:t>t</a:t>
            </a:r>
            <a:r>
              <a:rPr sz="2400" spc="0" dirty="0" err="1">
                <a:solidFill>
                  <a:schemeClr val="bg1"/>
                </a:solidFill>
                <a:latin typeface="Calibri"/>
                <a:cs typeface="Calibri"/>
              </a:rPr>
              <a:t>anpa</a:t>
            </a:r>
            <a:r>
              <a:rPr sz="2400" spc="-14" dirty="0">
                <a:solidFill>
                  <a:schemeClr val="bg1"/>
                </a:solidFill>
                <a:latin typeface="Calibri"/>
                <a:cs typeface="Calibri"/>
              </a:rPr>
              <a:t> </a:t>
            </a:r>
            <a:r>
              <a:rPr sz="2400" spc="0" dirty="0" err="1">
                <a:solidFill>
                  <a:schemeClr val="bg1"/>
                </a:solidFill>
                <a:latin typeface="Calibri"/>
                <a:cs typeface="Calibri"/>
              </a:rPr>
              <a:t>i</a:t>
            </a:r>
            <a:r>
              <a:rPr sz="2400" spc="-25" dirty="0" err="1">
                <a:solidFill>
                  <a:schemeClr val="bg1"/>
                </a:solidFill>
                <a:latin typeface="Calibri"/>
                <a:cs typeface="Calibri"/>
              </a:rPr>
              <a:t>nt</a:t>
            </a:r>
            <a:r>
              <a:rPr sz="2400" spc="0" dirty="0" err="1">
                <a:solidFill>
                  <a:schemeClr val="bg1"/>
                </a:solidFill>
                <a:latin typeface="Calibri"/>
                <a:cs typeface="Calibri"/>
              </a:rPr>
              <a:t>er</a:t>
            </a:r>
            <a:r>
              <a:rPr sz="2400" spc="-54" dirty="0" err="1">
                <a:solidFill>
                  <a:schemeClr val="bg1"/>
                </a:solidFill>
                <a:latin typeface="Calibri"/>
                <a:cs typeface="Calibri"/>
              </a:rPr>
              <a:t>f</a:t>
            </a:r>
            <a:r>
              <a:rPr sz="2400" spc="0" dirty="0" err="1">
                <a:solidFill>
                  <a:schemeClr val="bg1"/>
                </a:solidFill>
                <a:latin typeface="Calibri"/>
                <a:cs typeface="Calibri"/>
              </a:rPr>
              <a:t>e</a:t>
            </a:r>
            <a:r>
              <a:rPr sz="2400" spc="-29" dirty="0" err="1">
                <a:solidFill>
                  <a:schemeClr val="bg1"/>
                </a:solidFill>
                <a:latin typeface="Calibri"/>
                <a:cs typeface="Calibri"/>
              </a:rPr>
              <a:t>r</a:t>
            </a:r>
            <a:r>
              <a:rPr sz="2400" spc="0" dirty="0" err="1">
                <a:solidFill>
                  <a:schemeClr val="bg1"/>
                </a:solidFill>
                <a:latin typeface="Calibri"/>
                <a:cs typeface="Calibri"/>
              </a:rPr>
              <a:t>ensi</a:t>
            </a:r>
            <a:r>
              <a:rPr lang="en-US" sz="2400" dirty="0">
                <a:solidFill>
                  <a:schemeClr val="bg1"/>
                </a:solidFill>
                <a:latin typeface="Calibri"/>
                <a:cs typeface="Calibri"/>
              </a:rPr>
              <a:t> </a:t>
            </a:r>
            <a:r>
              <a:rPr sz="2400" spc="0" dirty="0" err="1">
                <a:solidFill>
                  <a:schemeClr val="bg1"/>
                </a:solidFill>
                <a:latin typeface="Calibri"/>
                <a:cs typeface="Calibri"/>
              </a:rPr>
              <a:t>jadi</a:t>
            </a:r>
            <a:r>
              <a:rPr sz="2400" spc="0" dirty="0">
                <a:solidFill>
                  <a:schemeClr val="bg1"/>
                </a:solidFill>
                <a:latin typeface="Calibri"/>
                <a:cs typeface="Calibri"/>
              </a:rPr>
              <a:t> si</a:t>
            </a:r>
            <a:r>
              <a:rPr sz="2400" spc="-54" dirty="0">
                <a:solidFill>
                  <a:schemeClr val="bg1"/>
                </a:solidFill>
                <a:latin typeface="Calibri"/>
                <a:cs typeface="Calibri"/>
              </a:rPr>
              <a:t>n</a:t>
            </a:r>
            <a:r>
              <a:rPr sz="2400" spc="-29" dirty="0">
                <a:solidFill>
                  <a:schemeClr val="bg1"/>
                </a:solidFill>
                <a:latin typeface="Calibri"/>
                <a:cs typeface="Calibri"/>
              </a:rPr>
              <a:t>y</a:t>
            </a:r>
            <a:r>
              <a:rPr sz="2400" spc="0" dirty="0">
                <a:solidFill>
                  <a:schemeClr val="bg1"/>
                </a:solidFill>
                <a:latin typeface="Calibri"/>
                <a:cs typeface="Calibri"/>
              </a:rPr>
              <a:t>a</a:t>
            </a:r>
            <a:r>
              <a:rPr sz="2400" spc="9" dirty="0">
                <a:solidFill>
                  <a:schemeClr val="bg1"/>
                </a:solidFill>
                <a:latin typeface="Calibri"/>
                <a:cs typeface="Calibri"/>
              </a:rPr>
              <a:t>l</a:t>
            </a:r>
            <a:r>
              <a:rPr sz="2400" spc="0" dirty="0">
                <a:solidFill>
                  <a:schemeClr val="bg1"/>
                </a:solidFill>
                <a:latin typeface="Calibri"/>
                <a:cs typeface="Calibri"/>
              </a:rPr>
              <a:t>- si</a:t>
            </a:r>
            <a:r>
              <a:rPr sz="2400" spc="-50" dirty="0">
                <a:solidFill>
                  <a:schemeClr val="bg1"/>
                </a:solidFill>
                <a:latin typeface="Calibri"/>
                <a:cs typeface="Calibri"/>
              </a:rPr>
              <a:t>n</a:t>
            </a:r>
            <a:r>
              <a:rPr sz="2400" spc="-29" dirty="0">
                <a:solidFill>
                  <a:schemeClr val="bg1"/>
                </a:solidFill>
                <a:latin typeface="Calibri"/>
                <a:cs typeface="Calibri"/>
              </a:rPr>
              <a:t>y</a:t>
            </a:r>
            <a:r>
              <a:rPr sz="2400" spc="0" dirty="0">
                <a:solidFill>
                  <a:schemeClr val="bg1"/>
                </a:solidFill>
                <a:latin typeface="Calibri"/>
                <a:cs typeface="Calibri"/>
              </a:rPr>
              <a:t>al</a:t>
            </a:r>
            <a:r>
              <a:rPr sz="2400" spc="-9" dirty="0">
                <a:solidFill>
                  <a:schemeClr val="bg1"/>
                </a:solidFill>
                <a:latin typeface="Calibri"/>
                <a:cs typeface="Calibri"/>
              </a:rPr>
              <a:t> </a:t>
            </a:r>
            <a:r>
              <a:rPr sz="2400" spc="-29" dirty="0">
                <a:solidFill>
                  <a:schemeClr val="bg1"/>
                </a:solidFill>
                <a:latin typeface="Calibri"/>
                <a:cs typeface="Calibri"/>
              </a:rPr>
              <a:t>y</a:t>
            </a:r>
            <a:r>
              <a:rPr sz="2400" spc="0" dirty="0">
                <a:solidFill>
                  <a:schemeClr val="bg1"/>
                </a:solidFill>
                <a:latin typeface="Calibri"/>
                <a:cs typeface="Calibri"/>
              </a:rPr>
              <a:t>ang di</a:t>
            </a:r>
            <a:r>
              <a:rPr sz="2400" spc="-25" dirty="0">
                <a:solidFill>
                  <a:schemeClr val="bg1"/>
                </a:solidFill>
                <a:latin typeface="Calibri"/>
                <a:cs typeface="Calibri"/>
              </a:rPr>
              <a:t>t</a:t>
            </a:r>
            <a:r>
              <a:rPr sz="2400" spc="0" dirty="0">
                <a:solidFill>
                  <a:schemeClr val="bg1"/>
                </a:solidFill>
                <a:latin typeface="Calibri"/>
                <a:cs typeface="Calibri"/>
              </a:rPr>
              <a:t>eri</a:t>
            </a:r>
            <a:r>
              <a:rPr sz="2400" spc="9" dirty="0">
                <a:solidFill>
                  <a:schemeClr val="bg1"/>
                </a:solidFill>
                <a:latin typeface="Calibri"/>
                <a:cs typeface="Calibri"/>
              </a:rPr>
              <a:t>m</a:t>
            </a:r>
            <a:r>
              <a:rPr sz="2400" spc="0" dirty="0">
                <a:solidFill>
                  <a:schemeClr val="bg1"/>
                </a:solidFill>
                <a:latin typeface="Calibri"/>
                <a:cs typeface="Calibri"/>
              </a:rPr>
              <a:t>a</a:t>
            </a:r>
            <a:r>
              <a:rPr sz="2400" spc="-24" dirty="0">
                <a:solidFill>
                  <a:schemeClr val="bg1"/>
                </a:solidFill>
                <a:latin typeface="Calibri"/>
                <a:cs typeface="Calibri"/>
              </a:rPr>
              <a:t> </a:t>
            </a:r>
            <a:r>
              <a:rPr sz="2400" spc="0" dirty="0">
                <a:solidFill>
                  <a:schemeClr val="bg1"/>
                </a:solidFill>
                <a:latin typeface="Calibri"/>
                <a:cs typeface="Calibri"/>
              </a:rPr>
              <a:t>dari</a:t>
            </a:r>
            <a:r>
              <a:rPr sz="2400" spc="-9" dirty="0">
                <a:solidFill>
                  <a:schemeClr val="bg1"/>
                </a:solidFill>
                <a:latin typeface="Calibri"/>
                <a:cs typeface="Calibri"/>
              </a:rPr>
              <a:t> </a:t>
            </a:r>
            <a:r>
              <a:rPr sz="2400" spc="0" dirty="0">
                <a:solidFill>
                  <a:schemeClr val="bg1"/>
                </a:solidFill>
                <a:latin typeface="Calibri"/>
                <a:cs typeface="Calibri"/>
              </a:rPr>
              <a:t>su</a:t>
            </a:r>
            <a:r>
              <a:rPr sz="2400" spc="-25" dirty="0">
                <a:solidFill>
                  <a:schemeClr val="bg1"/>
                </a:solidFill>
                <a:latin typeface="Calibri"/>
                <a:cs typeface="Calibri"/>
              </a:rPr>
              <a:t>a</a:t>
            </a:r>
            <a:r>
              <a:rPr sz="2400" spc="0" dirty="0">
                <a:solidFill>
                  <a:schemeClr val="bg1"/>
                </a:solidFill>
                <a:latin typeface="Calibri"/>
                <a:cs typeface="Calibri"/>
              </a:rPr>
              <a:t>tu </a:t>
            </a:r>
            <a:r>
              <a:rPr sz="2400" spc="-29" dirty="0">
                <a:solidFill>
                  <a:schemeClr val="bg1"/>
                </a:solidFill>
                <a:latin typeface="Calibri"/>
                <a:cs typeface="Calibri"/>
              </a:rPr>
              <a:t>s</a:t>
            </a:r>
            <a:r>
              <a:rPr sz="2400" spc="-25" dirty="0">
                <a:solidFill>
                  <a:schemeClr val="bg1"/>
                </a:solidFill>
                <a:latin typeface="Calibri"/>
                <a:cs typeface="Calibri"/>
              </a:rPr>
              <a:t>t</a:t>
            </a:r>
            <a:r>
              <a:rPr sz="2400" spc="0" dirty="0">
                <a:solidFill>
                  <a:schemeClr val="bg1"/>
                </a:solidFill>
                <a:latin typeface="Calibri"/>
                <a:cs typeface="Calibri"/>
              </a:rPr>
              <a:t>asiun</a:t>
            </a:r>
            <a:r>
              <a:rPr sz="2400" spc="-14" dirty="0">
                <a:solidFill>
                  <a:schemeClr val="bg1"/>
                </a:solidFill>
                <a:latin typeface="Calibri"/>
                <a:cs typeface="Calibri"/>
              </a:rPr>
              <a:t> </a:t>
            </a:r>
            <a:r>
              <a:rPr sz="2400" spc="0" dirty="0">
                <a:solidFill>
                  <a:schemeClr val="bg1"/>
                </a:solidFill>
                <a:latin typeface="Calibri"/>
                <a:cs typeface="Calibri"/>
              </a:rPr>
              <a:t>bumi s</a:t>
            </a:r>
            <a:r>
              <a:rPr sz="2400" spc="-25" dirty="0">
                <a:solidFill>
                  <a:schemeClr val="bg1"/>
                </a:solidFill>
                <a:latin typeface="Calibri"/>
                <a:cs typeface="Calibri"/>
              </a:rPr>
              <a:t>a</a:t>
            </a:r>
            <a:r>
              <a:rPr sz="2400" spc="0" dirty="0">
                <a:solidFill>
                  <a:schemeClr val="bg1"/>
                </a:solidFill>
                <a:latin typeface="Calibri"/>
                <a:cs typeface="Calibri"/>
              </a:rPr>
              <a:t>tu f</a:t>
            </a:r>
            <a:r>
              <a:rPr sz="2400" spc="-34" dirty="0">
                <a:solidFill>
                  <a:schemeClr val="bg1"/>
                </a:solidFill>
                <a:latin typeface="Calibri"/>
                <a:cs typeface="Calibri"/>
              </a:rPr>
              <a:t>r</a:t>
            </a:r>
            <a:r>
              <a:rPr sz="2400" spc="0" dirty="0">
                <a:solidFill>
                  <a:schemeClr val="bg1"/>
                </a:solidFill>
                <a:latin typeface="Calibri"/>
                <a:cs typeface="Calibri"/>
              </a:rPr>
              <a:t>e</a:t>
            </a:r>
            <a:r>
              <a:rPr sz="2400" spc="-29" dirty="0">
                <a:solidFill>
                  <a:schemeClr val="bg1"/>
                </a:solidFill>
                <a:latin typeface="Calibri"/>
                <a:cs typeface="Calibri"/>
              </a:rPr>
              <a:t>k</a:t>
            </a:r>
            <a:r>
              <a:rPr sz="2400" spc="0" dirty="0">
                <a:solidFill>
                  <a:schemeClr val="bg1"/>
                </a:solidFill>
                <a:latin typeface="Calibri"/>
                <a:cs typeface="Calibri"/>
              </a:rPr>
              <a:t>uensi harus dit</a:t>
            </a:r>
            <a:r>
              <a:rPr sz="2400" spc="-44" dirty="0">
                <a:solidFill>
                  <a:schemeClr val="bg1"/>
                </a:solidFill>
                <a:latin typeface="Calibri"/>
                <a:cs typeface="Calibri"/>
              </a:rPr>
              <a:t>r</a:t>
            </a:r>
            <a:r>
              <a:rPr sz="2400" spc="0" dirty="0">
                <a:solidFill>
                  <a:schemeClr val="bg1"/>
                </a:solidFill>
                <a:latin typeface="Calibri"/>
                <a:cs typeface="Calibri"/>
              </a:rPr>
              <a:t>ansmisi</a:t>
            </a:r>
            <a:r>
              <a:rPr sz="2400" spc="-34" dirty="0">
                <a:solidFill>
                  <a:schemeClr val="bg1"/>
                </a:solidFill>
                <a:latin typeface="Calibri"/>
                <a:cs typeface="Calibri"/>
              </a:rPr>
              <a:t>k</a:t>
            </a:r>
            <a:r>
              <a:rPr sz="2400" spc="0" dirty="0">
                <a:solidFill>
                  <a:schemeClr val="bg1"/>
                </a:solidFill>
                <a:latin typeface="Calibri"/>
                <a:cs typeface="Calibri"/>
              </a:rPr>
              <a:t>an</a:t>
            </a:r>
            <a:r>
              <a:rPr sz="2400" spc="-24" dirty="0">
                <a:solidFill>
                  <a:schemeClr val="bg1"/>
                </a:solidFill>
                <a:latin typeface="Calibri"/>
                <a:cs typeface="Calibri"/>
              </a:rPr>
              <a:t> </a:t>
            </a:r>
            <a:r>
              <a:rPr sz="2400" spc="-69" dirty="0">
                <a:solidFill>
                  <a:schemeClr val="bg1"/>
                </a:solidFill>
                <a:latin typeface="Calibri"/>
                <a:cs typeface="Calibri"/>
              </a:rPr>
              <a:t>k</a:t>
            </a:r>
            <a:r>
              <a:rPr sz="2400" spc="0" dirty="0">
                <a:solidFill>
                  <a:schemeClr val="bg1"/>
                </a:solidFill>
                <a:latin typeface="Calibri"/>
                <a:cs typeface="Calibri"/>
              </a:rPr>
              <a:t>e</a:t>
            </a:r>
            <a:r>
              <a:rPr sz="2400" spc="4" dirty="0">
                <a:solidFill>
                  <a:schemeClr val="bg1"/>
                </a:solidFill>
                <a:latin typeface="Calibri"/>
                <a:cs typeface="Calibri"/>
              </a:rPr>
              <a:t>m</a:t>
            </a:r>
            <a:r>
              <a:rPr sz="2400" spc="0" dirty="0">
                <a:solidFill>
                  <a:schemeClr val="bg1"/>
                </a:solidFill>
                <a:latin typeface="Calibri"/>
                <a:cs typeface="Calibri"/>
              </a:rPr>
              <a:t>bali</a:t>
            </a:r>
            <a:r>
              <a:rPr sz="2400" spc="-24" dirty="0">
                <a:solidFill>
                  <a:schemeClr val="bg1"/>
                </a:solidFill>
                <a:latin typeface="Calibri"/>
                <a:cs typeface="Calibri"/>
              </a:rPr>
              <a:t> </a:t>
            </a:r>
            <a:r>
              <a:rPr sz="2400" spc="0" dirty="0">
                <a:solidFill>
                  <a:schemeClr val="bg1"/>
                </a:solidFill>
                <a:latin typeface="Calibri"/>
                <a:cs typeface="Calibri"/>
              </a:rPr>
              <a:t>den</a:t>
            </a:r>
            <a:r>
              <a:rPr sz="2400" spc="-44" dirty="0">
                <a:solidFill>
                  <a:schemeClr val="bg1"/>
                </a:solidFill>
                <a:latin typeface="Calibri"/>
                <a:cs typeface="Calibri"/>
              </a:rPr>
              <a:t>g</a:t>
            </a:r>
            <a:r>
              <a:rPr sz="2400" spc="0" dirty="0">
                <a:solidFill>
                  <a:schemeClr val="bg1"/>
                </a:solidFill>
                <a:latin typeface="Calibri"/>
                <a:cs typeface="Calibri"/>
              </a:rPr>
              <a:t>an f</a:t>
            </a:r>
            <a:r>
              <a:rPr sz="2400" spc="-34" dirty="0">
                <a:solidFill>
                  <a:schemeClr val="bg1"/>
                </a:solidFill>
                <a:latin typeface="Calibri"/>
                <a:cs typeface="Calibri"/>
              </a:rPr>
              <a:t>r</a:t>
            </a:r>
            <a:r>
              <a:rPr sz="2400" spc="0" dirty="0">
                <a:solidFill>
                  <a:schemeClr val="bg1"/>
                </a:solidFill>
                <a:latin typeface="Calibri"/>
                <a:cs typeface="Calibri"/>
              </a:rPr>
              <a:t>e</a:t>
            </a:r>
            <a:r>
              <a:rPr sz="2400" spc="-29" dirty="0">
                <a:solidFill>
                  <a:schemeClr val="bg1"/>
                </a:solidFill>
                <a:latin typeface="Calibri"/>
                <a:cs typeface="Calibri"/>
              </a:rPr>
              <a:t>k</a:t>
            </a:r>
            <a:r>
              <a:rPr sz="2400" spc="0" dirty="0">
                <a:solidFill>
                  <a:schemeClr val="bg1"/>
                </a:solidFill>
                <a:latin typeface="Calibri"/>
                <a:cs typeface="Calibri"/>
              </a:rPr>
              <a:t>uensi</a:t>
            </a:r>
            <a:r>
              <a:rPr sz="2400" spc="9" dirty="0">
                <a:solidFill>
                  <a:schemeClr val="bg1"/>
                </a:solidFill>
                <a:latin typeface="Calibri"/>
                <a:cs typeface="Calibri"/>
              </a:rPr>
              <a:t> </a:t>
            </a:r>
            <a:r>
              <a:rPr sz="2400" spc="-29" dirty="0">
                <a:solidFill>
                  <a:schemeClr val="bg1"/>
                </a:solidFill>
                <a:latin typeface="Calibri"/>
                <a:cs typeface="Calibri"/>
              </a:rPr>
              <a:t>y</a:t>
            </a:r>
            <a:r>
              <a:rPr sz="2400" spc="0" dirty="0">
                <a:solidFill>
                  <a:schemeClr val="bg1"/>
                </a:solidFill>
                <a:latin typeface="Calibri"/>
                <a:cs typeface="Calibri"/>
              </a:rPr>
              <a:t>ang</a:t>
            </a:r>
            <a:r>
              <a:rPr sz="2400" spc="-14" dirty="0">
                <a:solidFill>
                  <a:schemeClr val="bg1"/>
                </a:solidFill>
                <a:latin typeface="Calibri"/>
                <a:cs typeface="Calibri"/>
              </a:rPr>
              <a:t> </a:t>
            </a:r>
            <a:r>
              <a:rPr sz="2400" spc="0" dirty="0">
                <a:solidFill>
                  <a:schemeClr val="bg1"/>
                </a:solidFill>
                <a:latin typeface="Calibri"/>
                <a:cs typeface="Calibri"/>
              </a:rPr>
              <a:t>lain.</a:t>
            </a:r>
            <a:endParaRPr sz="2400" dirty="0">
              <a:solidFill>
                <a:schemeClr val="bg1"/>
              </a:solidFill>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2263902" y="759205"/>
            <a:ext cx="4520610" cy="406400"/>
          </a:xfrm>
          <a:prstGeom prst="rect">
            <a:avLst/>
          </a:prstGeom>
        </p:spPr>
        <p:txBody>
          <a:bodyPr wrap="square" lIns="0" tIns="19685" rIns="0" bIns="0" rtlCol="0">
            <a:noAutofit/>
          </a:bodyPr>
          <a:lstStyle/>
          <a:p>
            <a:pPr marL="12700">
              <a:lnSpc>
                <a:spcPts val="3100"/>
              </a:lnSpc>
            </a:pPr>
            <a:r>
              <a:rPr sz="3000" spc="-8" dirty="0">
                <a:solidFill>
                  <a:schemeClr val="bg1"/>
                </a:solidFill>
                <a:latin typeface="Calibri"/>
                <a:cs typeface="Calibri"/>
              </a:rPr>
              <a:t>Kelebihan Komunikasi Satelit</a:t>
            </a:r>
            <a:endParaRPr sz="3000">
              <a:solidFill>
                <a:schemeClr val="bg1"/>
              </a:solidFill>
              <a:latin typeface="Calibri"/>
              <a:cs typeface="Calibri"/>
            </a:endParaRPr>
          </a:p>
        </p:txBody>
      </p:sp>
      <p:sp>
        <p:nvSpPr>
          <p:cNvPr id="6" name="object 6"/>
          <p:cNvSpPr txBox="1"/>
          <p:nvPr/>
        </p:nvSpPr>
        <p:spPr>
          <a:xfrm>
            <a:off x="609600" y="1689862"/>
            <a:ext cx="7848600" cy="4025138"/>
          </a:xfrm>
          <a:prstGeom prst="rect">
            <a:avLst/>
          </a:prstGeom>
        </p:spPr>
        <p:txBody>
          <a:bodyPr wrap="square" lIns="0" tIns="15875" rIns="0" bIns="0" rtlCol="0">
            <a:noAutofit/>
          </a:bodyPr>
          <a:lstStyle/>
          <a:p>
            <a:pPr marL="355600" marR="17596" indent="-342900">
              <a:lnSpc>
                <a:spcPts val="2500"/>
              </a:lnSpc>
              <a:buFont typeface="Arial" panose="020B0604020202020204" pitchFamily="34" charset="0"/>
              <a:buChar char="•"/>
            </a:pPr>
            <a:r>
              <a:rPr sz="2200" spc="-6" dirty="0">
                <a:solidFill>
                  <a:schemeClr val="bg1"/>
                </a:solidFill>
                <a:latin typeface="Calibri"/>
                <a:cs typeface="Calibri"/>
              </a:rPr>
              <a:t>Cangkupan yang luas : satu negara, region,</a:t>
            </a:r>
            <a:r>
              <a:rPr lang="en-US" sz="2200" spc="-6" dirty="0">
                <a:solidFill>
                  <a:schemeClr val="bg1"/>
                </a:solidFill>
                <a:latin typeface="Calibri"/>
                <a:cs typeface="Calibri"/>
              </a:rPr>
              <a:t> </a:t>
            </a:r>
            <a:r>
              <a:rPr lang="en-US" sz="2200" spc="-6" dirty="0" err="1">
                <a:solidFill>
                  <a:schemeClr val="bg1"/>
                </a:solidFill>
                <a:latin typeface="Calibri"/>
                <a:cs typeface="Calibri"/>
              </a:rPr>
              <a:t>bahkan</a:t>
            </a:r>
            <a:r>
              <a:rPr lang="en-US" sz="2200" spc="-6" dirty="0">
                <a:solidFill>
                  <a:schemeClr val="bg1"/>
                </a:solidFill>
                <a:latin typeface="Calibri"/>
                <a:cs typeface="Calibri"/>
              </a:rPr>
              <a:t> </a:t>
            </a:r>
            <a:r>
              <a:rPr lang="en-US" sz="2200" spc="-6" dirty="0" err="1">
                <a:solidFill>
                  <a:schemeClr val="bg1"/>
                </a:solidFill>
                <a:latin typeface="Calibri"/>
                <a:cs typeface="Calibri"/>
              </a:rPr>
              <a:t>satu</a:t>
            </a:r>
            <a:r>
              <a:rPr lang="en-US" sz="2200" spc="-6" dirty="0">
                <a:solidFill>
                  <a:schemeClr val="bg1"/>
                </a:solidFill>
                <a:latin typeface="Calibri"/>
                <a:cs typeface="Calibri"/>
              </a:rPr>
              <a:t> </a:t>
            </a:r>
            <a:r>
              <a:rPr lang="en-US" sz="2200" spc="-6" dirty="0" err="1">
                <a:solidFill>
                  <a:schemeClr val="bg1"/>
                </a:solidFill>
                <a:latin typeface="Calibri"/>
                <a:cs typeface="Calibri"/>
              </a:rPr>
              <a:t>benua</a:t>
            </a:r>
            <a:endParaRPr sz="2200" dirty="0">
              <a:solidFill>
                <a:schemeClr val="bg1"/>
              </a:solidFill>
              <a:latin typeface="Calibri"/>
              <a:cs typeface="Calibri"/>
            </a:endParaRPr>
          </a:p>
          <a:p>
            <a:pPr marL="355600" marR="52831" indent="-342900">
              <a:lnSpc>
                <a:spcPts val="2929"/>
              </a:lnSpc>
              <a:spcBef>
                <a:spcPts val="404"/>
              </a:spcBef>
              <a:buFont typeface="Arial" panose="020B0604020202020204" pitchFamily="34" charset="0"/>
              <a:buChar char="•"/>
            </a:pPr>
            <a:r>
              <a:rPr sz="2200" spc="-4" dirty="0">
                <a:solidFill>
                  <a:schemeClr val="bg1"/>
                </a:solidFill>
                <a:latin typeface="Calibri"/>
                <a:cs typeface="Calibri"/>
              </a:rPr>
              <a:t>Bandwidth yang tersedia cukup lebar </a:t>
            </a:r>
            <a:endParaRPr sz="2200" dirty="0">
              <a:solidFill>
                <a:schemeClr val="bg1"/>
              </a:solidFill>
              <a:latin typeface="Calibri"/>
              <a:cs typeface="Calibri"/>
            </a:endParaRPr>
          </a:p>
          <a:p>
            <a:pPr marL="355600" marR="52831" indent="-342900">
              <a:lnSpc>
                <a:spcPts val="2929"/>
              </a:lnSpc>
              <a:spcBef>
                <a:spcPts val="527"/>
              </a:spcBef>
              <a:buFont typeface="Arial" panose="020B0604020202020204" pitchFamily="34" charset="0"/>
              <a:buChar char="•"/>
            </a:pPr>
            <a:r>
              <a:rPr sz="2200" spc="-4" dirty="0">
                <a:solidFill>
                  <a:schemeClr val="bg1"/>
                </a:solidFill>
                <a:latin typeface="Calibri"/>
                <a:cs typeface="Calibri"/>
              </a:rPr>
              <a:t>Independen dari infrastruktur terestrial </a:t>
            </a:r>
            <a:endParaRPr sz="2200" dirty="0">
              <a:solidFill>
                <a:schemeClr val="bg1"/>
              </a:solidFill>
              <a:latin typeface="Calibri"/>
              <a:cs typeface="Calibri"/>
            </a:endParaRPr>
          </a:p>
          <a:p>
            <a:pPr marL="355600" marR="52831" indent="-342900">
              <a:lnSpc>
                <a:spcPts val="2929"/>
              </a:lnSpc>
              <a:spcBef>
                <a:spcPts val="527"/>
              </a:spcBef>
              <a:buFont typeface="Arial" panose="020B0604020202020204" pitchFamily="34" charset="0"/>
              <a:buChar char="•"/>
            </a:pPr>
            <a:r>
              <a:rPr sz="2200" spc="-4" dirty="0">
                <a:solidFill>
                  <a:schemeClr val="bg1"/>
                </a:solidFill>
                <a:latin typeface="Calibri"/>
                <a:cs typeface="Calibri"/>
              </a:rPr>
              <a:t>Instalasi jaringan segmen bumi yang cepat </a:t>
            </a:r>
            <a:endParaRPr sz="2200" dirty="0">
              <a:solidFill>
                <a:schemeClr val="bg1"/>
              </a:solidFill>
              <a:latin typeface="Calibri"/>
              <a:cs typeface="Calibri"/>
            </a:endParaRPr>
          </a:p>
          <a:p>
            <a:pPr marL="355600" marR="52831" indent="-342900">
              <a:lnSpc>
                <a:spcPts val="2929"/>
              </a:lnSpc>
              <a:spcBef>
                <a:spcPts val="527"/>
              </a:spcBef>
              <a:buFont typeface="Arial" panose="020B0604020202020204" pitchFamily="34" charset="0"/>
              <a:buChar char="•"/>
            </a:pPr>
            <a:r>
              <a:rPr sz="2200" spc="-6" dirty="0">
                <a:solidFill>
                  <a:schemeClr val="bg1"/>
                </a:solidFill>
                <a:latin typeface="Calibri"/>
                <a:cs typeface="Calibri"/>
              </a:rPr>
              <a:t>Biaya relatif rendah per-site</a:t>
            </a:r>
            <a:endParaRPr sz="2200" dirty="0">
              <a:solidFill>
                <a:schemeClr val="bg1"/>
              </a:solidFill>
              <a:latin typeface="Calibri"/>
              <a:cs typeface="Calibri"/>
            </a:endParaRPr>
          </a:p>
          <a:p>
            <a:pPr marL="355600" marR="45720" indent="-342900">
              <a:lnSpc>
                <a:spcPct val="101725"/>
              </a:lnSpc>
              <a:spcBef>
                <a:spcPts val="622"/>
              </a:spcBef>
              <a:buFont typeface="Arial" panose="020B0604020202020204" pitchFamily="34" charset="0"/>
              <a:buChar char="•"/>
            </a:pPr>
            <a:r>
              <a:rPr sz="2200" spc="-8" dirty="0">
                <a:solidFill>
                  <a:schemeClr val="bg1"/>
                </a:solidFill>
                <a:latin typeface="Calibri"/>
                <a:cs typeface="Calibri"/>
              </a:rPr>
              <a:t>Karakteristik layanan dari satu provider</a:t>
            </a:r>
            <a:endParaRPr sz="2200" dirty="0">
              <a:solidFill>
                <a:schemeClr val="bg1"/>
              </a:solidFill>
              <a:latin typeface="Calibri"/>
              <a:cs typeface="Calibri"/>
            </a:endParaRPr>
          </a:p>
          <a:p>
            <a:pPr marL="355600" indent="-342900">
              <a:lnSpc>
                <a:spcPct val="101725"/>
              </a:lnSpc>
              <a:spcBef>
                <a:spcPts val="526"/>
              </a:spcBef>
              <a:buFont typeface="Arial" panose="020B0604020202020204" pitchFamily="34" charset="0"/>
              <a:buChar char="•"/>
            </a:pPr>
            <a:r>
              <a:rPr sz="2200" spc="-3" dirty="0">
                <a:solidFill>
                  <a:schemeClr val="bg1"/>
                </a:solidFill>
                <a:latin typeface="Calibri"/>
                <a:cs typeface="Calibri"/>
              </a:rPr>
              <a:t>Layanan mobile/wireless yang </a:t>
            </a:r>
            <a:r>
              <a:rPr sz="2200" spc="-3" dirty="0" err="1">
                <a:solidFill>
                  <a:schemeClr val="bg1"/>
                </a:solidFill>
                <a:latin typeface="Calibri"/>
                <a:cs typeface="Calibri"/>
              </a:rPr>
              <a:t>independen</a:t>
            </a:r>
            <a:r>
              <a:rPr lang="en-ID" sz="2200" spc="-3" dirty="0">
                <a:solidFill>
                  <a:schemeClr val="bg1"/>
                </a:solidFill>
                <a:latin typeface="Calibri"/>
                <a:cs typeface="Calibri"/>
              </a:rPr>
              <a:t>t</a:t>
            </a:r>
            <a:r>
              <a:rPr lang="en-US" sz="2200" spc="-3" dirty="0">
                <a:solidFill>
                  <a:schemeClr val="bg1"/>
                </a:solidFill>
                <a:latin typeface="Calibri"/>
                <a:cs typeface="Calibri"/>
              </a:rPr>
              <a:t> </a:t>
            </a:r>
            <a:r>
              <a:rPr lang="en-US" sz="2200" spc="-3" dirty="0" err="1">
                <a:solidFill>
                  <a:schemeClr val="bg1"/>
                </a:solidFill>
                <a:latin typeface="Calibri"/>
                <a:cs typeface="Calibri"/>
              </a:rPr>
              <a:t>terhadap</a:t>
            </a:r>
            <a:r>
              <a:rPr lang="en-US" sz="2200" spc="-3" dirty="0">
                <a:solidFill>
                  <a:schemeClr val="bg1"/>
                </a:solidFill>
                <a:latin typeface="Calibri"/>
                <a:cs typeface="Calibri"/>
              </a:rPr>
              <a:t> </a:t>
            </a:r>
            <a:r>
              <a:rPr lang="en-US" sz="2200" spc="-3" dirty="0" err="1">
                <a:solidFill>
                  <a:schemeClr val="bg1"/>
                </a:solidFill>
                <a:latin typeface="Calibri"/>
                <a:cs typeface="Calibri"/>
              </a:rPr>
              <a:t>lokasi</a:t>
            </a:r>
            <a:endParaRPr sz="2200" dirty="0">
              <a:solidFill>
                <a:schemeClr val="bg1"/>
              </a:solidFill>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2198370" y="675792"/>
            <a:ext cx="3751361" cy="406704"/>
          </a:xfrm>
          <a:prstGeom prst="rect">
            <a:avLst/>
          </a:prstGeom>
        </p:spPr>
        <p:txBody>
          <a:bodyPr wrap="square" lIns="0" tIns="19685" rIns="0" bIns="0" rtlCol="0">
            <a:noAutofit/>
          </a:bodyPr>
          <a:lstStyle/>
          <a:p>
            <a:pPr marL="12700">
              <a:lnSpc>
                <a:spcPts val="3100"/>
              </a:lnSpc>
            </a:pPr>
            <a:r>
              <a:rPr sz="3000" spc="-15" dirty="0">
                <a:solidFill>
                  <a:schemeClr val="bg1"/>
                </a:solidFill>
                <a:latin typeface="Calibri"/>
                <a:cs typeface="Calibri"/>
              </a:rPr>
              <a:t>Kekurangan Komunikasi</a:t>
            </a:r>
            <a:endParaRPr sz="3000">
              <a:solidFill>
                <a:schemeClr val="bg1"/>
              </a:solidFill>
              <a:latin typeface="Calibri"/>
              <a:cs typeface="Calibri"/>
            </a:endParaRPr>
          </a:p>
        </p:txBody>
      </p:sp>
      <p:sp>
        <p:nvSpPr>
          <p:cNvPr id="5" name="object 5"/>
          <p:cNvSpPr txBox="1"/>
          <p:nvPr/>
        </p:nvSpPr>
        <p:spPr>
          <a:xfrm>
            <a:off x="5952315" y="675792"/>
            <a:ext cx="1052045" cy="406704"/>
          </a:xfrm>
          <a:prstGeom prst="rect">
            <a:avLst/>
          </a:prstGeom>
        </p:spPr>
        <p:txBody>
          <a:bodyPr wrap="square" lIns="0" tIns="19685" rIns="0" bIns="0" rtlCol="0">
            <a:noAutofit/>
          </a:bodyPr>
          <a:lstStyle/>
          <a:p>
            <a:pPr marL="12700">
              <a:lnSpc>
                <a:spcPts val="3100"/>
              </a:lnSpc>
            </a:pPr>
            <a:r>
              <a:rPr sz="3000" spc="-9" dirty="0">
                <a:solidFill>
                  <a:schemeClr val="bg1"/>
                </a:solidFill>
                <a:latin typeface="Calibri"/>
                <a:cs typeface="Calibri"/>
              </a:rPr>
              <a:t>Satelit</a:t>
            </a:r>
            <a:endParaRPr sz="3000">
              <a:solidFill>
                <a:schemeClr val="bg1"/>
              </a:solidFill>
              <a:latin typeface="Calibri"/>
              <a:cs typeface="Calibri"/>
            </a:endParaRPr>
          </a:p>
        </p:txBody>
      </p:sp>
      <p:sp>
        <p:nvSpPr>
          <p:cNvPr id="3" name="object 3"/>
          <p:cNvSpPr txBox="1"/>
          <p:nvPr/>
        </p:nvSpPr>
        <p:spPr>
          <a:xfrm>
            <a:off x="533400" y="1689862"/>
            <a:ext cx="7543800" cy="2882138"/>
          </a:xfrm>
          <a:prstGeom prst="rect">
            <a:avLst/>
          </a:prstGeom>
        </p:spPr>
        <p:txBody>
          <a:bodyPr wrap="square" lIns="0" tIns="15875" rIns="0" bIns="0" rtlCol="0">
            <a:noAutofit/>
          </a:bodyPr>
          <a:lstStyle/>
          <a:p>
            <a:pPr marL="355600" marR="55810" indent="-342900">
              <a:lnSpc>
                <a:spcPts val="2500"/>
              </a:lnSpc>
              <a:buFont typeface="Arial" panose="020B0604020202020204" pitchFamily="34" charset="0"/>
              <a:buChar char="•"/>
            </a:pPr>
            <a:r>
              <a:rPr sz="2400" spc="-7" dirty="0">
                <a:solidFill>
                  <a:schemeClr val="bg1"/>
                </a:solidFill>
                <a:latin typeface="Calibri"/>
                <a:cs typeface="Calibri"/>
              </a:rPr>
              <a:t>Delay propagasi yang besar</a:t>
            </a:r>
            <a:endParaRPr sz="2400" dirty="0">
              <a:solidFill>
                <a:schemeClr val="bg1"/>
              </a:solidFill>
              <a:latin typeface="Calibri"/>
              <a:cs typeface="Calibri"/>
            </a:endParaRPr>
          </a:p>
          <a:p>
            <a:pPr marL="355600" marR="55810" indent="-342900">
              <a:lnSpc>
                <a:spcPct val="101725"/>
              </a:lnSpc>
              <a:spcBef>
                <a:spcPts val="404"/>
              </a:spcBef>
              <a:buFont typeface="Arial" panose="020B0604020202020204" pitchFamily="34" charset="0"/>
              <a:buChar char="•"/>
            </a:pPr>
            <a:r>
              <a:rPr sz="2400" spc="-7" dirty="0">
                <a:solidFill>
                  <a:schemeClr val="bg1"/>
                </a:solidFill>
                <a:latin typeface="Calibri"/>
                <a:cs typeface="Calibri"/>
              </a:rPr>
              <a:t>Rentan terhadap pengaruh atmosfir</a:t>
            </a:r>
            <a:endParaRPr sz="2400" dirty="0">
              <a:solidFill>
                <a:schemeClr val="bg1"/>
              </a:solidFill>
              <a:latin typeface="Calibri"/>
              <a:cs typeface="Calibri"/>
            </a:endParaRPr>
          </a:p>
          <a:p>
            <a:pPr marL="355600" marR="55810" indent="-342900">
              <a:lnSpc>
                <a:spcPct val="101725"/>
              </a:lnSpc>
              <a:spcBef>
                <a:spcPts val="526"/>
              </a:spcBef>
              <a:buFont typeface="Arial" panose="020B0604020202020204" pitchFamily="34" charset="0"/>
              <a:buChar char="•"/>
            </a:pPr>
            <a:r>
              <a:rPr sz="2400" spc="-3" dirty="0">
                <a:solidFill>
                  <a:schemeClr val="bg1"/>
                </a:solidFill>
                <a:latin typeface="Calibri"/>
                <a:cs typeface="Calibri"/>
              </a:rPr>
              <a:t>Modal pembangunan awal yang besar</a:t>
            </a:r>
            <a:endParaRPr sz="2400" dirty="0">
              <a:solidFill>
                <a:schemeClr val="bg1"/>
              </a:solidFill>
              <a:latin typeface="Calibri"/>
              <a:cs typeface="Calibri"/>
            </a:endParaRPr>
          </a:p>
          <a:p>
            <a:pPr marL="355600" indent="-342900">
              <a:lnSpc>
                <a:spcPct val="101725"/>
              </a:lnSpc>
              <a:spcBef>
                <a:spcPts val="526"/>
              </a:spcBef>
              <a:buFont typeface="Arial" panose="020B0604020202020204" pitchFamily="34" charset="0"/>
              <a:buChar char="•"/>
            </a:pPr>
            <a:r>
              <a:rPr sz="2400" spc="-6" dirty="0">
                <a:solidFill>
                  <a:schemeClr val="bg1"/>
                </a:solidFill>
                <a:latin typeface="Calibri"/>
                <a:cs typeface="Calibri"/>
              </a:rPr>
              <a:t>Biaya komunikasi untuk jarak jauh dan </a:t>
            </a:r>
            <a:r>
              <a:rPr sz="2400" spc="-6" dirty="0" err="1">
                <a:solidFill>
                  <a:schemeClr val="bg1"/>
                </a:solidFill>
                <a:latin typeface="Calibri"/>
                <a:cs typeface="Calibri"/>
              </a:rPr>
              <a:t>pendek</a:t>
            </a:r>
            <a:r>
              <a:rPr sz="2400" spc="-6" dirty="0">
                <a:solidFill>
                  <a:schemeClr val="bg1"/>
                </a:solidFill>
                <a:latin typeface="Calibri"/>
                <a:cs typeface="Calibri"/>
              </a:rPr>
              <a:t> </a:t>
            </a:r>
            <a:r>
              <a:rPr sz="2400" spc="-6" dirty="0" err="1">
                <a:solidFill>
                  <a:schemeClr val="bg1"/>
                </a:solidFill>
                <a:latin typeface="Calibri"/>
                <a:cs typeface="Calibri"/>
              </a:rPr>
              <a:t>relatif</a:t>
            </a:r>
            <a:r>
              <a:rPr lang="en-US" sz="2400" spc="-6" dirty="0">
                <a:solidFill>
                  <a:schemeClr val="bg1"/>
                </a:solidFill>
                <a:latin typeface="Calibri"/>
                <a:cs typeface="Calibri"/>
              </a:rPr>
              <a:t> </a:t>
            </a:r>
            <a:r>
              <a:rPr lang="en-US" sz="2400" spc="-6" dirty="0" err="1">
                <a:solidFill>
                  <a:schemeClr val="bg1"/>
                </a:solidFill>
                <a:latin typeface="Calibri"/>
                <a:cs typeface="Calibri"/>
              </a:rPr>
              <a:t>sama</a:t>
            </a:r>
            <a:endParaRPr sz="2400" dirty="0">
              <a:solidFill>
                <a:schemeClr val="bg1"/>
              </a:solidFill>
              <a:latin typeface="Calibri"/>
              <a:cs typeface="Calibri"/>
            </a:endParaRPr>
          </a:p>
          <a:p>
            <a:pPr marL="355600" marR="55810" indent="-342900">
              <a:lnSpc>
                <a:spcPct val="101725"/>
              </a:lnSpc>
              <a:spcBef>
                <a:spcPts val="526"/>
              </a:spcBef>
              <a:buFont typeface="Arial" panose="020B0604020202020204" pitchFamily="34" charset="0"/>
              <a:buChar char="•"/>
            </a:pPr>
            <a:r>
              <a:rPr sz="2400" spc="-7" dirty="0">
                <a:solidFill>
                  <a:schemeClr val="bg1"/>
                </a:solidFill>
                <a:latin typeface="Calibri"/>
                <a:cs typeface="Calibri"/>
              </a:rPr>
              <a:t>Hanya ekonomis jika jumlah user banyak</a:t>
            </a:r>
            <a:endParaRPr sz="2400" dirty="0">
              <a:solidFill>
                <a:schemeClr val="bg1"/>
              </a:solidFill>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713892" y="675792"/>
            <a:ext cx="7134708" cy="406704"/>
          </a:xfrm>
          <a:prstGeom prst="rect">
            <a:avLst/>
          </a:prstGeom>
        </p:spPr>
        <p:txBody>
          <a:bodyPr wrap="square" lIns="0" tIns="19685" rIns="0" bIns="0" rtlCol="0">
            <a:noAutofit/>
          </a:bodyPr>
          <a:lstStyle/>
          <a:p>
            <a:pPr marL="12700">
              <a:lnSpc>
                <a:spcPts val="3100"/>
              </a:lnSpc>
            </a:pPr>
            <a:r>
              <a:rPr lang="en-US" sz="3000" spc="-15" dirty="0">
                <a:solidFill>
                  <a:schemeClr val="bg1"/>
                </a:solidFill>
                <a:latin typeface="Calibri"/>
                <a:cs typeface="Calibri"/>
              </a:rPr>
              <a:t>Daftar </a:t>
            </a:r>
            <a:r>
              <a:rPr lang="en-US" sz="3000" spc="-15" dirty="0" err="1">
                <a:solidFill>
                  <a:schemeClr val="bg1"/>
                </a:solidFill>
                <a:latin typeface="Calibri"/>
                <a:cs typeface="Calibri"/>
              </a:rPr>
              <a:t>Satelit</a:t>
            </a:r>
            <a:r>
              <a:rPr lang="en-US" sz="3000" spc="-15" dirty="0">
                <a:solidFill>
                  <a:schemeClr val="bg1"/>
                </a:solidFill>
                <a:latin typeface="Calibri"/>
                <a:cs typeface="Calibri"/>
              </a:rPr>
              <a:t> yang </a:t>
            </a:r>
            <a:r>
              <a:rPr lang="en-US" sz="3000" spc="-15" dirty="0" err="1">
                <a:solidFill>
                  <a:schemeClr val="bg1"/>
                </a:solidFill>
                <a:latin typeface="Calibri"/>
                <a:cs typeface="Calibri"/>
              </a:rPr>
              <a:t>ada</a:t>
            </a:r>
            <a:r>
              <a:rPr lang="en-US" sz="3000" spc="-15" dirty="0">
                <a:solidFill>
                  <a:schemeClr val="bg1"/>
                </a:solidFill>
                <a:latin typeface="Calibri"/>
                <a:cs typeface="Calibri"/>
              </a:rPr>
              <a:t> Di Indonesia</a:t>
            </a:r>
            <a:endParaRPr sz="3000" dirty="0">
              <a:solidFill>
                <a:schemeClr val="bg1"/>
              </a:solidFill>
              <a:latin typeface="Calibri"/>
              <a:cs typeface="Calibri"/>
            </a:endParaRPr>
          </a:p>
        </p:txBody>
      </p:sp>
      <p:sp>
        <p:nvSpPr>
          <p:cNvPr id="3" name="object 3"/>
          <p:cNvSpPr txBox="1"/>
          <p:nvPr/>
        </p:nvSpPr>
        <p:spPr>
          <a:xfrm>
            <a:off x="533400" y="1689862"/>
            <a:ext cx="6934016" cy="4492346"/>
          </a:xfrm>
          <a:prstGeom prst="rect">
            <a:avLst/>
          </a:prstGeom>
        </p:spPr>
        <p:txBody>
          <a:bodyPr wrap="square" lIns="0" tIns="15875" rIns="0" bIns="0" rtlCol="0">
            <a:noAutofit/>
          </a:bodyPr>
          <a:lstStyle/>
          <a:p>
            <a:pPr algn="just"/>
            <a:r>
              <a:rPr lang="en-ID" sz="1500" dirty="0" err="1">
                <a:solidFill>
                  <a:schemeClr val="bg1"/>
                </a:solidFill>
              </a:rPr>
              <a:t>Berikut</a:t>
            </a:r>
            <a:r>
              <a:rPr lang="en-ID" sz="1500" dirty="0">
                <a:solidFill>
                  <a:schemeClr val="bg1"/>
                </a:solidFill>
              </a:rPr>
              <a:t> </a:t>
            </a:r>
            <a:r>
              <a:rPr lang="en-ID" sz="1500" dirty="0" err="1">
                <a:solidFill>
                  <a:schemeClr val="bg1"/>
                </a:solidFill>
              </a:rPr>
              <a:t>adalah</a:t>
            </a:r>
            <a:r>
              <a:rPr lang="en-ID" sz="1500" dirty="0">
                <a:solidFill>
                  <a:schemeClr val="bg1"/>
                </a:solidFill>
              </a:rPr>
              <a:t> daftar </a:t>
            </a:r>
            <a:r>
              <a:rPr lang="en-ID" sz="1500" dirty="0" err="1">
                <a:solidFill>
                  <a:schemeClr val="bg1"/>
                </a:solidFill>
              </a:rPr>
              <a:t>beberapa</a:t>
            </a:r>
            <a:r>
              <a:rPr lang="en-ID" sz="1500" dirty="0">
                <a:solidFill>
                  <a:schemeClr val="bg1"/>
                </a:solidFill>
              </a:rPr>
              <a:t> </a:t>
            </a:r>
            <a:r>
              <a:rPr lang="en-ID" sz="1500" dirty="0" err="1">
                <a:solidFill>
                  <a:schemeClr val="bg1"/>
                </a:solidFill>
              </a:rPr>
              <a:t>satelit</a:t>
            </a:r>
            <a:r>
              <a:rPr lang="en-ID" sz="1500" dirty="0">
                <a:solidFill>
                  <a:schemeClr val="bg1"/>
                </a:solidFill>
              </a:rPr>
              <a:t> yang </a:t>
            </a:r>
            <a:r>
              <a:rPr lang="en-ID" sz="1500" dirty="0" err="1">
                <a:solidFill>
                  <a:schemeClr val="bg1"/>
                </a:solidFill>
              </a:rPr>
              <a:t>dimiliki</a:t>
            </a:r>
            <a:r>
              <a:rPr lang="en-ID" sz="1500" dirty="0">
                <a:solidFill>
                  <a:schemeClr val="bg1"/>
                </a:solidFill>
              </a:rPr>
              <a:t> Indonesia </a:t>
            </a:r>
            <a:r>
              <a:rPr lang="en-ID" sz="1500" dirty="0" err="1">
                <a:solidFill>
                  <a:schemeClr val="bg1"/>
                </a:solidFill>
              </a:rPr>
              <a:t>beserta</a:t>
            </a:r>
            <a:r>
              <a:rPr lang="en-ID" sz="1500" dirty="0">
                <a:solidFill>
                  <a:schemeClr val="bg1"/>
                </a:solidFill>
              </a:rPr>
              <a:t> </a:t>
            </a:r>
            <a:r>
              <a:rPr lang="en-ID" sz="1500" dirty="0" err="1">
                <a:solidFill>
                  <a:schemeClr val="bg1"/>
                </a:solidFill>
              </a:rPr>
              <a:t>manfaatnya</a:t>
            </a:r>
            <a:r>
              <a:rPr lang="en-ID" sz="1500" dirty="0">
                <a:solidFill>
                  <a:schemeClr val="bg1"/>
                </a:solidFill>
              </a:rPr>
              <a:t>:</a:t>
            </a:r>
          </a:p>
          <a:p>
            <a:pPr algn="just">
              <a:buFont typeface="+mj-lt"/>
              <a:buAutoNum type="arabicPeriod"/>
            </a:pPr>
            <a:r>
              <a:rPr lang="en-ID" sz="1500" b="1" dirty="0">
                <a:solidFill>
                  <a:schemeClr val="bg1"/>
                </a:solidFill>
              </a:rPr>
              <a:t>Telkom-1</a:t>
            </a:r>
            <a:endParaRPr lang="en-ID" sz="1500" dirty="0">
              <a:solidFill>
                <a:schemeClr val="bg1"/>
              </a:solidFill>
            </a:endParaRPr>
          </a:p>
          <a:p>
            <a:pPr lvl="1" algn="just"/>
            <a:r>
              <a:rPr lang="en-ID" sz="1500" b="1" dirty="0" err="1">
                <a:solidFill>
                  <a:schemeClr val="bg1"/>
                </a:solidFill>
              </a:rPr>
              <a:t>Manfaat</a:t>
            </a:r>
            <a:r>
              <a:rPr lang="en-ID" sz="1500" b="1" dirty="0">
                <a:solidFill>
                  <a:schemeClr val="bg1"/>
                </a:solidFill>
              </a:rPr>
              <a:t>:</a:t>
            </a:r>
            <a:r>
              <a:rPr lang="en-ID" sz="1500" dirty="0">
                <a:solidFill>
                  <a:schemeClr val="bg1"/>
                </a:solidFill>
              </a:rPr>
              <a:t> </a:t>
            </a:r>
            <a:r>
              <a:rPr lang="en-ID" sz="1500" dirty="0" err="1">
                <a:solidFill>
                  <a:schemeClr val="bg1"/>
                </a:solidFill>
              </a:rPr>
              <a:t>Menyediakan</a:t>
            </a:r>
            <a:r>
              <a:rPr lang="en-ID" sz="1500" dirty="0">
                <a:solidFill>
                  <a:schemeClr val="bg1"/>
                </a:solidFill>
              </a:rPr>
              <a:t> </a:t>
            </a:r>
            <a:r>
              <a:rPr lang="en-ID" sz="1500" dirty="0" err="1">
                <a:solidFill>
                  <a:schemeClr val="bg1"/>
                </a:solidFill>
              </a:rPr>
              <a:t>layanan</a:t>
            </a:r>
            <a:r>
              <a:rPr lang="en-ID" sz="1500" dirty="0">
                <a:solidFill>
                  <a:schemeClr val="bg1"/>
                </a:solidFill>
              </a:rPr>
              <a:t> </a:t>
            </a:r>
            <a:r>
              <a:rPr lang="en-ID" sz="1500" dirty="0" err="1">
                <a:solidFill>
                  <a:schemeClr val="bg1"/>
                </a:solidFill>
              </a:rPr>
              <a:t>komunikasi</a:t>
            </a:r>
            <a:r>
              <a:rPr lang="en-ID" sz="1500" dirty="0">
                <a:solidFill>
                  <a:schemeClr val="bg1"/>
                </a:solidFill>
              </a:rPr>
              <a:t>, internet, dan </a:t>
            </a:r>
            <a:r>
              <a:rPr lang="en-ID" sz="1500" dirty="0" err="1">
                <a:solidFill>
                  <a:schemeClr val="bg1"/>
                </a:solidFill>
              </a:rPr>
              <a:t>siaran</a:t>
            </a:r>
            <a:r>
              <a:rPr lang="en-ID" sz="1500" dirty="0">
                <a:solidFill>
                  <a:schemeClr val="bg1"/>
                </a:solidFill>
              </a:rPr>
              <a:t> </a:t>
            </a:r>
            <a:r>
              <a:rPr lang="en-ID" sz="1500" dirty="0" err="1">
                <a:solidFill>
                  <a:schemeClr val="bg1"/>
                </a:solidFill>
              </a:rPr>
              <a:t>televisi</a:t>
            </a:r>
            <a:r>
              <a:rPr lang="en-ID" sz="1500" dirty="0">
                <a:solidFill>
                  <a:schemeClr val="bg1"/>
                </a:solidFill>
              </a:rPr>
              <a:t>. </a:t>
            </a:r>
            <a:r>
              <a:rPr lang="en-ID" sz="1500" dirty="0" err="1">
                <a:solidFill>
                  <a:schemeClr val="bg1"/>
                </a:solidFill>
              </a:rPr>
              <a:t>Satelit</a:t>
            </a:r>
            <a:r>
              <a:rPr lang="en-ID" sz="1500" dirty="0">
                <a:solidFill>
                  <a:schemeClr val="bg1"/>
                </a:solidFill>
              </a:rPr>
              <a:t> </a:t>
            </a:r>
            <a:r>
              <a:rPr lang="en-ID" sz="1500" dirty="0" err="1">
                <a:solidFill>
                  <a:schemeClr val="bg1"/>
                </a:solidFill>
              </a:rPr>
              <a:t>ini</a:t>
            </a:r>
            <a:r>
              <a:rPr lang="en-ID" sz="1500" dirty="0">
                <a:solidFill>
                  <a:schemeClr val="bg1"/>
                </a:solidFill>
              </a:rPr>
              <a:t> </a:t>
            </a:r>
            <a:r>
              <a:rPr lang="en-ID" sz="1500" dirty="0" err="1">
                <a:solidFill>
                  <a:schemeClr val="bg1"/>
                </a:solidFill>
              </a:rPr>
              <a:t>digunakan</a:t>
            </a:r>
            <a:r>
              <a:rPr lang="en-ID" sz="1500" dirty="0">
                <a:solidFill>
                  <a:schemeClr val="bg1"/>
                </a:solidFill>
              </a:rPr>
              <a:t> </a:t>
            </a:r>
            <a:r>
              <a:rPr lang="en-ID" sz="1500" dirty="0" err="1">
                <a:solidFill>
                  <a:schemeClr val="bg1"/>
                </a:solidFill>
              </a:rPr>
              <a:t>untuk</a:t>
            </a:r>
            <a:r>
              <a:rPr lang="en-ID" sz="1500" dirty="0">
                <a:solidFill>
                  <a:schemeClr val="bg1"/>
                </a:solidFill>
              </a:rPr>
              <a:t> </a:t>
            </a:r>
            <a:r>
              <a:rPr lang="en-ID" sz="1500" dirty="0" err="1">
                <a:solidFill>
                  <a:schemeClr val="bg1"/>
                </a:solidFill>
              </a:rPr>
              <a:t>mendukung</a:t>
            </a:r>
            <a:r>
              <a:rPr lang="en-ID" sz="1500" dirty="0">
                <a:solidFill>
                  <a:schemeClr val="bg1"/>
                </a:solidFill>
              </a:rPr>
              <a:t> </a:t>
            </a:r>
            <a:r>
              <a:rPr lang="en-ID" sz="1500" dirty="0" err="1">
                <a:solidFill>
                  <a:schemeClr val="bg1"/>
                </a:solidFill>
              </a:rPr>
              <a:t>jaringan</a:t>
            </a:r>
            <a:r>
              <a:rPr lang="en-ID" sz="1500" dirty="0">
                <a:solidFill>
                  <a:schemeClr val="bg1"/>
                </a:solidFill>
              </a:rPr>
              <a:t> </a:t>
            </a:r>
            <a:r>
              <a:rPr lang="en-ID" sz="1500" dirty="0" err="1">
                <a:solidFill>
                  <a:schemeClr val="bg1"/>
                </a:solidFill>
              </a:rPr>
              <a:t>komunikasi</a:t>
            </a:r>
            <a:r>
              <a:rPr lang="en-ID" sz="1500" dirty="0">
                <a:solidFill>
                  <a:schemeClr val="bg1"/>
                </a:solidFill>
              </a:rPr>
              <a:t> di </a:t>
            </a:r>
            <a:r>
              <a:rPr lang="en-ID" sz="1500" dirty="0" err="1">
                <a:solidFill>
                  <a:schemeClr val="bg1"/>
                </a:solidFill>
              </a:rPr>
              <a:t>seluruh</a:t>
            </a:r>
            <a:r>
              <a:rPr lang="en-ID" sz="1500" dirty="0">
                <a:solidFill>
                  <a:schemeClr val="bg1"/>
                </a:solidFill>
              </a:rPr>
              <a:t> Indonesia, </a:t>
            </a:r>
            <a:r>
              <a:rPr lang="en-ID" sz="1500" dirty="0" err="1">
                <a:solidFill>
                  <a:schemeClr val="bg1"/>
                </a:solidFill>
              </a:rPr>
              <a:t>termasuk</a:t>
            </a:r>
            <a:r>
              <a:rPr lang="en-ID" sz="1500" dirty="0">
                <a:solidFill>
                  <a:schemeClr val="bg1"/>
                </a:solidFill>
              </a:rPr>
              <a:t> </a:t>
            </a:r>
            <a:r>
              <a:rPr lang="en-ID" sz="1500" dirty="0" err="1">
                <a:solidFill>
                  <a:schemeClr val="bg1"/>
                </a:solidFill>
              </a:rPr>
              <a:t>daerah-daerah</a:t>
            </a:r>
            <a:r>
              <a:rPr lang="en-ID" sz="1500" dirty="0">
                <a:solidFill>
                  <a:schemeClr val="bg1"/>
                </a:solidFill>
              </a:rPr>
              <a:t> </a:t>
            </a:r>
            <a:r>
              <a:rPr lang="en-ID" sz="1500" dirty="0" err="1">
                <a:solidFill>
                  <a:schemeClr val="bg1"/>
                </a:solidFill>
              </a:rPr>
              <a:t>terpencil</a:t>
            </a:r>
            <a:r>
              <a:rPr lang="en-ID" sz="1500" dirty="0">
                <a:solidFill>
                  <a:schemeClr val="bg1"/>
                </a:solidFill>
              </a:rPr>
              <a:t>.</a:t>
            </a:r>
          </a:p>
          <a:p>
            <a:pPr algn="just">
              <a:buFont typeface="+mj-lt"/>
              <a:buAutoNum type="arabicPeriod"/>
            </a:pPr>
            <a:r>
              <a:rPr lang="en-ID" sz="1500" b="1" dirty="0">
                <a:solidFill>
                  <a:schemeClr val="bg1"/>
                </a:solidFill>
              </a:rPr>
              <a:t>Telkom-2</a:t>
            </a:r>
            <a:endParaRPr lang="en-ID" sz="1500" dirty="0">
              <a:solidFill>
                <a:schemeClr val="bg1"/>
              </a:solidFill>
            </a:endParaRPr>
          </a:p>
          <a:p>
            <a:pPr lvl="1" algn="just"/>
            <a:r>
              <a:rPr lang="en-ID" sz="1500" b="1" dirty="0" err="1">
                <a:solidFill>
                  <a:schemeClr val="bg1"/>
                </a:solidFill>
              </a:rPr>
              <a:t>Manfaat</a:t>
            </a:r>
            <a:r>
              <a:rPr lang="en-ID" sz="1500" b="1" dirty="0">
                <a:solidFill>
                  <a:schemeClr val="bg1"/>
                </a:solidFill>
              </a:rPr>
              <a:t>:</a:t>
            </a:r>
            <a:r>
              <a:rPr lang="en-ID" sz="1500" dirty="0">
                <a:solidFill>
                  <a:schemeClr val="bg1"/>
                </a:solidFill>
              </a:rPr>
              <a:t> </a:t>
            </a:r>
            <a:r>
              <a:rPr lang="en-ID" sz="1500" dirty="0" err="1">
                <a:solidFill>
                  <a:schemeClr val="bg1"/>
                </a:solidFill>
              </a:rPr>
              <a:t>Menyediakan</a:t>
            </a:r>
            <a:r>
              <a:rPr lang="en-ID" sz="1500" dirty="0">
                <a:solidFill>
                  <a:schemeClr val="bg1"/>
                </a:solidFill>
              </a:rPr>
              <a:t> </a:t>
            </a:r>
            <a:r>
              <a:rPr lang="en-ID" sz="1500" dirty="0" err="1">
                <a:solidFill>
                  <a:schemeClr val="bg1"/>
                </a:solidFill>
              </a:rPr>
              <a:t>layanan</a:t>
            </a:r>
            <a:r>
              <a:rPr lang="en-ID" sz="1500" dirty="0">
                <a:solidFill>
                  <a:schemeClr val="bg1"/>
                </a:solidFill>
              </a:rPr>
              <a:t> </a:t>
            </a:r>
            <a:r>
              <a:rPr lang="en-ID" sz="1500" dirty="0" err="1">
                <a:solidFill>
                  <a:schemeClr val="bg1"/>
                </a:solidFill>
              </a:rPr>
              <a:t>telekomunikasi</a:t>
            </a:r>
            <a:r>
              <a:rPr lang="en-ID" sz="1500" dirty="0">
                <a:solidFill>
                  <a:schemeClr val="bg1"/>
                </a:solidFill>
              </a:rPr>
              <a:t>, data, dan </a:t>
            </a:r>
            <a:r>
              <a:rPr lang="en-ID" sz="1500" dirty="0" err="1">
                <a:solidFill>
                  <a:schemeClr val="bg1"/>
                </a:solidFill>
              </a:rPr>
              <a:t>siaran</a:t>
            </a:r>
            <a:r>
              <a:rPr lang="en-ID" sz="1500" dirty="0">
                <a:solidFill>
                  <a:schemeClr val="bg1"/>
                </a:solidFill>
              </a:rPr>
              <a:t> </a:t>
            </a:r>
            <a:r>
              <a:rPr lang="en-ID" sz="1500" dirty="0" err="1">
                <a:solidFill>
                  <a:schemeClr val="bg1"/>
                </a:solidFill>
              </a:rPr>
              <a:t>televisi</a:t>
            </a:r>
            <a:r>
              <a:rPr lang="en-ID" sz="1500" dirty="0">
                <a:solidFill>
                  <a:schemeClr val="bg1"/>
                </a:solidFill>
              </a:rPr>
              <a:t>. Telkom-2 </a:t>
            </a:r>
            <a:r>
              <a:rPr lang="en-ID" sz="1500" dirty="0" err="1">
                <a:solidFill>
                  <a:schemeClr val="bg1"/>
                </a:solidFill>
              </a:rPr>
              <a:t>mendukung</a:t>
            </a:r>
            <a:r>
              <a:rPr lang="en-ID" sz="1500" dirty="0">
                <a:solidFill>
                  <a:schemeClr val="bg1"/>
                </a:solidFill>
              </a:rPr>
              <a:t> </a:t>
            </a:r>
            <a:r>
              <a:rPr lang="en-ID" sz="1500" dirty="0" err="1">
                <a:solidFill>
                  <a:schemeClr val="bg1"/>
                </a:solidFill>
              </a:rPr>
              <a:t>penyediaan</a:t>
            </a:r>
            <a:r>
              <a:rPr lang="en-ID" sz="1500" dirty="0">
                <a:solidFill>
                  <a:schemeClr val="bg1"/>
                </a:solidFill>
              </a:rPr>
              <a:t> </a:t>
            </a:r>
            <a:r>
              <a:rPr lang="en-ID" sz="1500" dirty="0" err="1">
                <a:solidFill>
                  <a:schemeClr val="bg1"/>
                </a:solidFill>
              </a:rPr>
              <a:t>layanan</a:t>
            </a:r>
            <a:r>
              <a:rPr lang="en-ID" sz="1500" dirty="0">
                <a:solidFill>
                  <a:schemeClr val="bg1"/>
                </a:solidFill>
              </a:rPr>
              <a:t> </a:t>
            </a:r>
            <a:r>
              <a:rPr lang="en-ID" sz="1500" dirty="0" err="1">
                <a:solidFill>
                  <a:schemeClr val="bg1"/>
                </a:solidFill>
              </a:rPr>
              <a:t>komunikasi</a:t>
            </a:r>
            <a:r>
              <a:rPr lang="en-ID" sz="1500" dirty="0">
                <a:solidFill>
                  <a:schemeClr val="bg1"/>
                </a:solidFill>
              </a:rPr>
              <a:t> </a:t>
            </a:r>
            <a:r>
              <a:rPr lang="en-ID" sz="1500" dirty="0" err="1">
                <a:solidFill>
                  <a:schemeClr val="bg1"/>
                </a:solidFill>
              </a:rPr>
              <a:t>antar</a:t>
            </a:r>
            <a:r>
              <a:rPr lang="en-ID" sz="1500" dirty="0">
                <a:solidFill>
                  <a:schemeClr val="bg1"/>
                </a:solidFill>
              </a:rPr>
              <a:t> wilayah dan juga </a:t>
            </a:r>
            <a:r>
              <a:rPr lang="en-ID" sz="1500" dirty="0" err="1">
                <a:solidFill>
                  <a:schemeClr val="bg1"/>
                </a:solidFill>
              </a:rPr>
              <a:t>membantu</a:t>
            </a:r>
            <a:r>
              <a:rPr lang="en-ID" sz="1500" dirty="0">
                <a:solidFill>
                  <a:schemeClr val="bg1"/>
                </a:solidFill>
              </a:rPr>
              <a:t> </a:t>
            </a:r>
            <a:r>
              <a:rPr lang="en-ID" sz="1500" dirty="0" err="1">
                <a:solidFill>
                  <a:schemeClr val="bg1"/>
                </a:solidFill>
              </a:rPr>
              <a:t>meningkatkan</a:t>
            </a:r>
            <a:r>
              <a:rPr lang="en-ID" sz="1500" dirty="0">
                <a:solidFill>
                  <a:schemeClr val="bg1"/>
                </a:solidFill>
              </a:rPr>
              <a:t> </a:t>
            </a:r>
            <a:r>
              <a:rPr lang="en-ID" sz="1500" dirty="0" err="1">
                <a:solidFill>
                  <a:schemeClr val="bg1"/>
                </a:solidFill>
              </a:rPr>
              <a:t>kapasitas</a:t>
            </a:r>
            <a:r>
              <a:rPr lang="en-ID" sz="1500" dirty="0">
                <a:solidFill>
                  <a:schemeClr val="bg1"/>
                </a:solidFill>
              </a:rPr>
              <a:t> </a:t>
            </a:r>
            <a:r>
              <a:rPr lang="en-ID" sz="1500" dirty="0" err="1">
                <a:solidFill>
                  <a:schemeClr val="bg1"/>
                </a:solidFill>
              </a:rPr>
              <a:t>transmisi</a:t>
            </a:r>
            <a:r>
              <a:rPr lang="en-ID" sz="1500" dirty="0">
                <a:solidFill>
                  <a:schemeClr val="bg1"/>
                </a:solidFill>
              </a:rPr>
              <a:t> data.</a:t>
            </a:r>
          </a:p>
          <a:p>
            <a:pPr algn="just">
              <a:buFont typeface="+mj-lt"/>
              <a:buAutoNum type="arabicPeriod"/>
            </a:pPr>
            <a:r>
              <a:rPr lang="en-ID" sz="1500" b="1" dirty="0">
                <a:solidFill>
                  <a:schemeClr val="bg1"/>
                </a:solidFill>
              </a:rPr>
              <a:t>Indostar-1</a:t>
            </a:r>
            <a:endParaRPr lang="en-ID" sz="1500" dirty="0">
              <a:solidFill>
                <a:schemeClr val="bg1"/>
              </a:solidFill>
            </a:endParaRPr>
          </a:p>
          <a:p>
            <a:pPr lvl="1" algn="just"/>
            <a:r>
              <a:rPr lang="en-ID" sz="1500" b="1" dirty="0" err="1">
                <a:solidFill>
                  <a:schemeClr val="bg1"/>
                </a:solidFill>
              </a:rPr>
              <a:t>Manfaat</a:t>
            </a:r>
            <a:r>
              <a:rPr lang="en-ID" sz="1500" b="1" dirty="0">
                <a:solidFill>
                  <a:schemeClr val="bg1"/>
                </a:solidFill>
              </a:rPr>
              <a:t>:</a:t>
            </a:r>
            <a:r>
              <a:rPr lang="en-ID" sz="1500" dirty="0">
                <a:solidFill>
                  <a:schemeClr val="bg1"/>
                </a:solidFill>
              </a:rPr>
              <a:t> </a:t>
            </a:r>
            <a:r>
              <a:rPr lang="en-ID" sz="1500" dirty="0" err="1">
                <a:solidFill>
                  <a:schemeClr val="bg1"/>
                </a:solidFill>
              </a:rPr>
              <a:t>Digunakan</a:t>
            </a:r>
            <a:r>
              <a:rPr lang="en-ID" sz="1500" dirty="0">
                <a:solidFill>
                  <a:schemeClr val="bg1"/>
                </a:solidFill>
              </a:rPr>
              <a:t> </a:t>
            </a:r>
            <a:r>
              <a:rPr lang="en-ID" sz="1500" dirty="0" err="1">
                <a:solidFill>
                  <a:schemeClr val="bg1"/>
                </a:solidFill>
              </a:rPr>
              <a:t>untuk</a:t>
            </a:r>
            <a:r>
              <a:rPr lang="en-ID" sz="1500" dirty="0">
                <a:solidFill>
                  <a:schemeClr val="bg1"/>
                </a:solidFill>
              </a:rPr>
              <a:t> </a:t>
            </a:r>
            <a:r>
              <a:rPr lang="en-ID" sz="1500" dirty="0" err="1">
                <a:solidFill>
                  <a:schemeClr val="bg1"/>
                </a:solidFill>
              </a:rPr>
              <a:t>layanan</a:t>
            </a:r>
            <a:r>
              <a:rPr lang="en-ID" sz="1500" dirty="0">
                <a:solidFill>
                  <a:schemeClr val="bg1"/>
                </a:solidFill>
              </a:rPr>
              <a:t> </a:t>
            </a:r>
            <a:r>
              <a:rPr lang="en-ID" sz="1500" dirty="0" err="1">
                <a:solidFill>
                  <a:schemeClr val="bg1"/>
                </a:solidFill>
              </a:rPr>
              <a:t>komunikasi</a:t>
            </a:r>
            <a:r>
              <a:rPr lang="en-ID" sz="1500" dirty="0">
                <a:solidFill>
                  <a:schemeClr val="bg1"/>
                </a:solidFill>
              </a:rPr>
              <a:t>, </a:t>
            </a:r>
            <a:r>
              <a:rPr lang="en-ID" sz="1500" dirty="0" err="1">
                <a:solidFill>
                  <a:schemeClr val="bg1"/>
                </a:solidFill>
              </a:rPr>
              <a:t>termasuk</a:t>
            </a:r>
            <a:r>
              <a:rPr lang="en-ID" sz="1500" dirty="0">
                <a:solidFill>
                  <a:schemeClr val="bg1"/>
                </a:solidFill>
              </a:rPr>
              <a:t> </a:t>
            </a:r>
            <a:r>
              <a:rPr lang="en-ID" sz="1500" dirty="0" err="1">
                <a:solidFill>
                  <a:schemeClr val="bg1"/>
                </a:solidFill>
              </a:rPr>
              <a:t>televisi</a:t>
            </a:r>
            <a:r>
              <a:rPr lang="en-ID" sz="1500" dirty="0">
                <a:solidFill>
                  <a:schemeClr val="bg1"/>
                </a:solidFill>
              </a:rPr>
              <a:t> </a:t>
            </a:r>
            <a:r>
              <a:rPr lang="en-ID" sz="1500" dirty="0" err="1">
                <a:solidFill>
                  <a:schemeClr val="bg1"/>
                </a:solidFill>
              </a:rPr>
              <a:t>satelit</a:t>
            </a:r>
            <a:r>
              <a:rPr lang="en-ID" sz="1500" dirty="0">
                <a:solidFill>
                  <a:schemeClr val="bg1"/>
                </a:solidFill>
              </a:rPr>
              <a:t> dan internet broadband. </a:t>
            </a:r>
            <a:r>
              <a:rPr lang="en-ID" sz="1500" dirty="0" err="1">
                <a:solidFill>
                  <a:schemeClr val="bg1"/>
                </a:solidFill>
              </a:rPr>
              <a:t>Satelit</a:t>
            </a:r>
            <a:r>
              <a:rPr lang="en-ID" sz="1500" dirty="0">
                <a:solidFill>
                  <a:schemeClr val="bg1"/>
                </a:solidFill>
              </a:rPr>
              <a:t> </a:t>
            </a:r>
            <a:r>
              <a:rPr lang="en-ID" sz="1500" dirty="0" err="1">
                <a:solidFill>
                  <a:schemeClr val="bg1"/>
                </a:solidFill>
              </a:rPr>
              <a:t>ini</a:t>
            </a:r>
            <a:r>
              <a:rPr lang="en-ID" sz="1500" dirty="0">
                <a:solidFill>
                  <a:schemeClr val="bg1"/>
                </a:solidFill>
              </a:rPr>
              <a:t> </a:t>
            </a:r>
            <a:r>
              <a:rPr lang="en-ID" sz="1500" dirty="0" err="1">
                <a:solidFill>
                  <a:schemeClr val="bg1"/>
                </a:solidFill>
              </a:rPr>
              <a:t>melayani</a:t>
            </a:r>
            <a:r>
              <a:rPr lang="en-ID" sz="1500" dirty="0">
                <a:solidFill>
                  <a:schemeClr val="bg1"/>
                </a:solidFill>
              </a:rPr>
              <a:t> </a:t>
            </a:r>
            <a:r>
              <a:rPr lang="en-ID" sz="1500" dirty="0" err="1">
                <a:solidFill>
                  <a:schemeClr val="bg1"/>
                </a:solidFill>
              </a:rPr>
              <a:t>sebagian</a:t>
            </a:r>
            <a:r>
              <a:rPr lang="en-ID" sz="1500" dirty="0">
                <a:solidFill>
                  <a:schemeClr val="bg1"/>
                </a:solidFill>
              </a:rPr>
              <a:t> </a:t>
            </a:r>
            <a:r>
              <a:rPr lang="en-ID" sz="1500" dirty="0" err="1">
                <a:solidFill>
                  <a:schemeClr val="bg1"/>
                </a:solidFill>
              </a:rPr>
              <a:t>besar</a:t>
            </a:r>
            <a:r>
              <a:rPr lang="en-ID" sz="1500" dirty="0">
                <a:solidFill>
                  <a:schemeClr val="bg1"/>
                </a:solidFill>
              </a:rPr>
              <a:t> Indonesia, </a:t>
            </a:r>
            <a:r>
              <a:rPr lang="en-ID" sz="1500" dirty="0" err="1">
                <a:solidFill>
                  <a:schemeClr val="bg1"/>
                </a:solidFill>
              </a:rPr>
              <a:t>terutama</a:t>
            </a:r>
            <a:r>
              <a:rPr lang="en-ID" sz="1500" dirty="0">
                <a:solidFill>
                  <a:schemeClr val="bg1"/>
                </a:solidFill>
              </a:rPr>
              <a:t> di </a:t>
            </a:r>
            <a:r>
              <a:rPr lang="en-ID" sz="1500" dirty="0" err="1">
                <a:solidFill>
                  <a:schemeClr val="bg1"/>
                </a:solidFill>
              </a:rPr>
              <a:t>daerah</a:t>
            </a:r>
            <a:r>
              <a:rPr lang="en-ID" sz="1500" dirty="0">
                <a:solidFill>
                  <a:schemeClr val="bg1"/>
                </a:solidFill>
              </a:rPr>
              <a:t> yang </a:t>
            </a:r>
            <a:r>
              <a:rPr lang="en-ID" sz="1500" dirty="0" err="1">
                <a:solidFill>
                  <a:schemeClr val="bg1"/>
                </a:solidFill>
              </a:rPr>
              <a:t>tidak</a:t>
            </a:r>
            <a:r>
              <a:rPr lang="en-ID" sz="1500" dirty="0">
                <a:solidFill>
                  <a:schemeClr val="bg1"/>
                </a:solidFill>
              </a:rPr>
              <a:t> </a:t>
            </a:r>
            <a:r>
              <a:rPr lang="en-ID" sz="1500" dirty="0" err="1">
                <a:solidFill>
                  <a:schemeClr val="bg1"/>
                </a:solidFill>
              </a:rPr>
              <a:t>terjangkau</a:t>
            </a:r>
            <a:r>
              <a:rPr lang="en-ID" sz="1500" dirty="0">
                <a:solidFill>
                  <a:schemeClr val="bg1"/>
                </a:solidFill>
              </a:rPr>
              <a:t> </a:t>
            </a:r>
            <a:r>
              <a:rPr lang="en-ID" sz="1500" dirty="0" err="1">
                <a:solidFill>
                  <a:schemeClr val="bg1"/>
                </a:solidFill>
              </a:rPr>
              <a:t>jaringan</a:t>
            </a:r>
            <a:r>
              <a:rPr lang="en-ID" sz="1500" dirty="0">
                <a:solidFill>
                  <a:schemeClr val="bg1"/>
                </a:solidFill>
              </a:rPr>
              <a:t> </a:t>
            </a:r>
            <a:r>
              <a:rPr lang="en-ID" sz="1500" dirty="0" err="1">
                <a:solidFill>
                  <a:schemeClr val="bg1"/>
                </a:solidFill>
              </a:rPr>
              <a:t>kabel</a:t>
            </a:r>
            <a:r>
              <a:rPr lang="en-ID" sz="1500" dirty="0">
                <a:solidFill>
                  <a:schemeClr val="bg1"/>
                </a:solidFill>
              </a:rPr>
              <a:t>.</a:t>
            </a:r>
          </a:p>
          <a:p>
            <a:pPr algn="just">
              <a:buFont typeface="+mj-lt"/>
              <a:buAutoNum type="arabicPeriod"/>
            </a:pPr>
            <a:r>
              <a:rPr lang="en-ID" sz="1500" b="1" dirty="0">
                <a:solidFill>
                  <a:schemeClr val="bg1"/>
                </a:solidFill>
              </a:rPr>
              <a:t>Palapa D</a:t>
            </a:r>
            <a:endParaRPr lang="en-ID" sz="1500" dirty="0">
              <a:solidFill>
                <a:schemeClr val="bg1"/>
              </a:solidFill>
            </a:endParaRPr>
          </a:p>
          <a:p>
            <a:pPr lvl="1" algn="just"/>
            <a:r>
              <a:rPr lang="en-ID" sz="1500" b="1" dirty="0" err="1">
                <a:solidFill>
                  <a:schemeClr val="bg1"/>
                </a:solidFill>
              </a:rPr>
              <a:t>Manfaat</a:t>
            </a:r>
            <a:r>
              <a:rPr lang="en-ID" sz="1500" b="1" dirty="0">
                <a:solidFill>
                  <a:schemeClr val="bg1"/>
                </a:solidFill>
              </a:rPr>
              <a:t>:</a:t>
            </a:r>
            <a:r>
              <a:rPr lang="en-ID" sz="1500" dirty="0">
                <a:solidFill>
                  <a:schemeClr val="bg1"/>
                </a:solidFill>
              </a:rPr>
              <a:t> </a:t>
            </a:r>
            <a:r>
              <a:rPr lang="en-ID" sz="1500" dirty="0" err="1">
                <a:solidFill>
                  <a:schemeClr val="bg1"/>
                </a:solidFill>
              </a:rPr>
              <a:t>Menyediakan</a:t>
            </a:r>
            <a:r>
              <a:rPr lang="en-ID" sz="1500" dirty="0">
                <a:solidFill>
                  <a:schemeClr val="bg1"/>
                </a:solidFill>
              </a:rPr>
              <a:t> </a:t>
            </a:r>
            <a:r>
              <a:rPr lang="en-ID" sz="1500" dirty="0" err="1">
                <a:solidFill>
                  <a:schemeClr val="bg1"/>
                </a:solidFill>
              </a:rPr>
              <a:t>layanan</a:t>
            </a:r>
            <a:r>
              <a:rPr lang="en-ID" sz="1500" dirty="0">
                <a:solidFill>
                  <a:schemeClr val="bg1"/>
                </a:solidFill>
              </a:rPr>
              <a:t> </a:t>
            </a:r>
            <a:r>
              <a:rPr lang="en-ID" sz="1500" dirty="0" err="1">
                <a:solidFill>
                  <a:schemeClr val="bg1"/>
                </a:solidFill>
              </a:rPr>
              <a:t>komunikasi</a:t>
            </a:r>
            <a:r>
              <a:rPr lang="en-ID" sz="1500" dirty="0">
                <a:solidFill>
                  <a:schemeClr val="bg1"/>
                </a:solidFill>
              </a:rPr>
              <a:t> </a:t>
            </a:r>
            <a:r>
              <a:rPr lang="en-ID" sz="1500" dirty="0" err="1">
                <a:solidFill>
                  <a:schemeClr val="bg1"/>
                </a:solidFill>
              </a:rPr>
              <a:t>telepon</a:t>
            </a:r>
            <a:r>
              <a:rPr lang="en-ID" sz="1500" dirty="0">
                <a:solidFill>
                  <a:schemeClr val="bg1"/>
                </a:solidFill>
              </a:rPr>
              <a:t>, internet, dan </a:t>
            </a:r>
            <a:r>
              <a:rPr lang="en-ID" sz="1500" dirty="0" err="1">
                <a:solidFill>
                  <a:schemeClr val="bg1"/>
                </a:solidFill>
              </a:rPr>
              <a:t>siaran</a:t>
            </a:r>
            <a:r>
              <a:rPr lang="en-ID" sz="1500" dirty="0">
                <a:solidFill>
                  <a:schemeClr val="bg1"/>
                </a:solidFill>
              </a:rPr>
              <a:t> </a:t>
            </a:r>
            <a:r>
              <a:rPr lang="en-ID" sz="1500" dirty="0" err="1">
                <a:solidFill>
                  <a:schemeClr val="bg1"/>
                </a:solidFill>
              </a:rPr>
              <a:t>televisi</a:t>
            </a:r>
            <a:r>
              <a:rPr lang="en-ID" sz="1500" dirty="0">
                <a:solidFill>
                  <a:schemeClr val="bg1"/>
                </a:solidFill>
              </a:rPr>
              <a:t>. </a:t>
            </a:r>
            <a:r>
              <a:rPr lang="en-ID" sz="1500" dirty="0" err="1">
                <a:solidFill>
                  <a:schemeClr val="bg1"/>
                </a:solidFill>
              </a:rPr>
              <a:t>Satelit</a:t>
            </a:r>
            <a:r>
              <a:rPr lang="en-ID" sz="1500" dirty="0">
                <a:solidFill>
                  <a:schemeClr val="bg1"/>
                </a:solidFill>
              </a:rPr>
              <a:t> </a:t>
            </a:r>
            <a:r>
              <a:rPr lang="en-ID" sz="1500" dirty="0" err="1">
                <a:solidFill>
                  <a:schemeClr val="bg1"/>
                </a:solidFill>
              </a:rPr>
              <a:t>ini</a:t>
            </a:r>
            <a:r>
              <a:rPr lang="en-ID" sz="1500" dirty="0">
                <a:solidFill>
                  <a:schemeClr val="bg1"/>
                </a:solidFill>
              </a:rPr>
              <a:t> </a:t>
            </a:r>
            <a:r>
              <a:rPr lang="en-ID" sz="1500" dirty="0" err="1">
                <a:solidFill>
                  <a:schemeClr val="bg1"/>
                </a:solidFill>
              </a:rPr>
              <a:t>membantu</a:t>
            </a:r>
            <a:r>
              <a:rPr lang="en-ID" sz="1500" dirty="0">
                <a:solidFill>
                  <a:schemeClr val="bg1"/>
                </a:solidFill>
              </a:rPr>
              <a:t> </a:t>
            </a:r>
            <a:r>
              <a:rPr lang="en-ID" sz="1500" dirty="0" err="1">
                <a:solidFill>
                  <a:schemeClr val="bg1"/>
                </a:solidFill>
              </a:rPr>
              <a:t>memperluas</a:t>
            </a:r>
            <a:r>
              <a:rPr lang="en-ID" sz="1500" dirty="0">
                <a:solidFill>
                  <a:schemeClr val="bg1"/>
                </a:solidFill>
              </a:rPr>
              <a:t> </a:t>
            </a:r>
            <a:r>
              <a:rPr lang="en-ID" sz="1500" dirty="0" err="1">
                <a:solidFill>
                  <a:schemeClr val="bg1"/>
                </a:solidFill>
              </a:rPr>
              <a:t>jaringan</a:t>
            </a:r>
            <a:r>
              <a:rPr lang="en-ID" sz="1500" dirty="0">
                <a:solidFill>
                  <a:schemeClr val="bg1"/>
                </a:solidFill>
              </a:rPr>
              <a:t> </a:t>
            </a:r>
            <a:r>
              <a:rPr lang="en-ID" sz="1500" dirty="0" err="1">
                <a:solidFill>
                  <a:schemeClr val="bg1"/>
                </a:solidFill>
              </a:rPr>
              <a:t>komunikasi</a:t>
            </a:r>
            <a:r>
              <a:rPr lang="en-ID" sz="1500" dirty="0">
                <a:solidFill>
                  <a:schemeClr val="bg1"/>
                </a:solidFill>
              </a:rPr>
              <a:t> di Indonesia, </a:t>
            </a:r>
            <a:r>
              <a:rPr lang="en-ID" sz="1500" dirty="0" err="1">
                <a:solidFill>
                  <a:schemeClr val="bg1"/>
                </a:solidFill>
              </a:rPr>
              <a:t>terutama</a:t>
            </a:r>
            <a:r>
              <a:rPr lang="en-ID" sz="1500" dirty="0">
                <a:solidFill>
                  <a:schemeClr val="bg1"/>
                </a:solidFill>
              </a:rPr>
              <a:t> </a:t>
            </a:r>
            <a:r>
              <a:rPr lang="en-ID" sz="1500" dirty="0" err="1">
                <a:solidFill>
                  <a:schemeClr val="bg1"/>
                </a:solidFill>
              </a:rPr>
              <a:t>untuk</a:t>
            </a:r>
            <a:r>
              <a:rPr lang="en-ID" sz="1500" dirty="0">
                <a:solidFill>
                  <a:schemeClr val="bg1"/>
                </a:solidFill>
              </a:rPr>
              <a:t> wilayah yang </a:t>
            </a:r>
            <a:r>
              <a:rPr lang="en-ID" sz="1500" dirty="0" err="1">
                <a:solidFill>
                  <a:schemeClr val="bg1"/>
                </a:solidFill>
              </a:rPr>
              <a:t>sulit</a:t>
            </a:r>
            <a:r>
              <a:rPr lang="en-ID" sz="1500" dirty="0">
                <a:solidFill>
                  <a:schemeClr val="bg1"/>
                </a:solidFill>
              </a:rPr>
              <a:t> </a:t>
            </a:r>
            <a:r>
              <a:rPr lang="en-ID" sz="1500" dirty="0" err="1">
                <a:solidFill>
                  <a:schemeClr val="bg1"/>
                </a:solidFill>
              </a:rPr>
              <a:t>dijangkau</a:t>
            </a:r>
            <a:r>
              <a:rPr lang="en-ID" sz="1500" dirty="0">
                <a:solidFill>
                  <a:schemeClr val="bg1"/>
                </a:solidFill>
              </a:rPr>
              <a:t>.</a:t>
            </a:r>
          </a:p>
        </p:txBody>
      </p:sp>
    </p:spTree>
    <p:extLst>
      <p:ext uri="{BB962C8B-B14F-4D97-AF65-F5344CB8AC3E}">
        <p14:creationId xmlns:p14="http://schemas.microsoft.com/office/powerpoint/2010/main" val="1521295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713892" y="675792"/>
            <a:ext cx="7134708" cy="406704"/>
          </a:xfrm>
          <a:prstGeom prst="rect">
            <a:avLst/>
          </a:prstGeom>
        </p:spPr>
        <p:txBody>
          <a:bodyPr wrap="square" lIns="0" tIns="19685" rIns="0" bIns="0" rtlCol="0">
            <a:noAutofit/>
          </a:bodyPr>
          <a:lstStyle/>
          <a:p>
            <a:pPr marL="12700">
              <a:lnSpc>
                <a:spcPts val="3100"/>
              </a:lnSpc>
            </a:pPr>
            <a:r>
              <a:rPr lang="en-US" sz="3000" spc="-15" dirty="0">
                <a:solidFill>
                  <a:schemeClr val="bg1"/>
                </a:solidFill>
                <a:latin typeface="Calibri"/>
                <a:cs typeface="Calibri"/>
              </a:rPr>
              <a:t>Daftar </a:t>
            </a:r>
            <a:r>
              <a:rPr lang="en-US" sz="3000" spc="-15" dirty="0" err="1">
                <a:solidFill>
                  <a:schemeClr val="bg1"/>
                </a:solidFill>
                <a:latin typeface="Calibri"/>
                <a:cs typeface="Calibri"/>
              </a:rPr>
              <a:t>Satelit</a:t>
            </a:r>
            <a:r>
              <a:rPr lang="en-US" sz="3000" spc="-15" dirty="0">
                <a:solidFill>
                  <a:schemeClr val="bg1"/>
                </a:solidFill>
                <a:latin typeface="Calibri"/>
                <a:cs typeface="Calibri"/>
              </a:rPr>
              <a:t> yang </a:t>
            </a:r>
            <a:r>
              <a:rPr lang="en-US" sz="3000" spc="-15" dirty="0" err="1">
                <a:solidFill>
                  <a:schemeClr val="bg1"/>
                </a:solidFill>
                <a:latin typeface="Calibri"/>
                <a:cs typeface="Calibri"/>
              </a:rPr>
              <a:t>ada</a:t>
            </a:r>
            <a:r>
              <a:rPr lang="en-US" sz="3000" spc="-15" dirty="0">
                <a:solidFill>
                  <a:schemeClr val="bg1"/>
                </a:solidFill>
                <a:latin typeface="Calibri"/>
                <a:cs typeface="Calibri"/>
              </a:rPr>
              <a:t> Di Indonesia</a:t>
            </a:r>
            <a:endParaRPr sz="3000" dirty="0">
              <a:solidFill>
                <a:schemeClr val="bg1"/>
              </a:solidFill>
              <a:latin typeface="Calibri"/>
              <a:cs typeface="Calibri"/>
            </a:endParaRPr>
          </a:p>
        </p:txBody>
      </p:sp>
      <p:sp>
        <p:nvSpPr>
          <p:cNvPr id="3" name="object 3"/>
          <p:cNvSpPr txBox="1"/>
          <p:nvPr/>
        </p:nvSpPr>
        <p:spPr>
          <a:xfrm>
            <a:off x="879144" y="1689862"/>
            <a:ext cx="6588272" cy="2086229"/>
          </a:xfrm>
          <a:prstGeom prst="rect">
            <a:avLst/>
          </a:prstGeom>
        </p:spPr>
        <p:txBody>
          <a:bodyPr wrap="square" lIns="0" tIns="15875" rIns="0" bIns="0" rtlCol="0">
            <a:noAutofit/>
          </a:bodyPr>
          <a:lstStyle/>
          <a:p>
            <a:pPr algn="just">
              <a:buFont typeface="+mj-lt"/>
              <a:buAutoNum type="arabicPeriod"/>
            </a:pPr>
            <a:r>
              <a:rPr lang="en-ID" sz="1500" b="1" dirty="0">
                <a:solidFill>
                  <a:schemeClr val="bg1"/>
                </a:solidFill>
              </a:rPr>
              <a:t>Satria-1</a:t>
            </a:r>
            <a:endParaRPr lang="en-ID" sz="1500" dirty="0">
              <a:solidFill>
                <a:schemeClr val="bg1"/>
              </a:solidFill>
            </a:endParaRPr>
          </a:p>
          <a:p>
            <a:pPr lvl="1" algn="just"/>
            <a:r>
              <a:rPr lang="en-ID" sz="1500" b="1" dirty="0" err="1">
                <a:solidFill>
                  <a:schemeClr val="bg1"/>
                </a:solidFill>
              </a:rPr>
              <a:t>Manfaat</a:t>
            </a:r>
            <a:r>
              <a:rPr lang="en-ID" sz="1500" b="1" dirty="0">
                <a:solidFill>
                  <a:schemeClr val="bg1"/>
                </a:solidFill>
              </a:rPr>
              <a:t>:</a:t>
            </a:r>
            <a:r>
              <a:rPr lang="en-ID" sz="1500" dirty="0">
                <a:solidFill>
                  <a:schemeClr val="bg1"/>
                </a:solidFill>
              </a:rPr>
              <a:t> </a:t>
            </a:r>
            <a:r>
              <a:rPr lang="en-ID" sz="1500" dirty="0" err="1">
                <a:solidFill>
                  <a:schemeClr val="bg1"/>
                </a:solidFill>
              </a:rPr>
              <a:t>Satelit</a:t>
            </a:r>
            <a:r>
              <a:rPr lang="en-ID" sz="1500" dirty="0">
                <a:solidFill>
                  <a:schemeClr val="bg1"/>
                </a:solidFill>
              </a:rPr>
              <a:t> </a:t>
            </a:r>
            <a:r>
              <a:rPr lang="en-ID" sz="1500" dirty="0" err="1">
                <a:solidFill>
                  <a:schemeClr val="bg1"/>
                </a:solidFill>
              </a:rPr>
              <a:t>komunikasi</a:t>
            </a:r>
            <a:r>
              <a:rPr lang="en-ID" sz="1500" dirty="0">
                <a:solidFill>
                  <a:schemeClr val="bg1"/>
                </a:solidFill>
              </a:rPr>
              <a:t> yang </a:t>
            </a:r>
            <a:r>
              <a:rPr lang="en-ID" sz="1500" dirty="0" err="1">
                <a:solidFill>
                  <a:schemeClr val="bg1"/>
                </a:solidFill>
              </a:rPr>
              <a:t>difokuskan</a:t>
            </a:r>
            <a:r>
              <a:rPr lang="en-ID" sz="1500" dirty="0">
                <a:solidFill>
                  <a:schemeClr val="bg1"/>
                </a:solidFill>
              </a:rPr>
              <a:t> </a:t>
            </a:r>
            <a:r>
              <a:rPr lang="en-ID" sz="1500" dirty="0" err="1">
                <a:solidFill>
                  <a:schemeClr val="bg1"/>
                </a:solidFill>
              </a:rPr>
              <a:t>untuk</a:t>
            </a:r>
            <a:r>
              <a:rPr lang="en-ID" sz="1500" dirty="0">
                <a:solidFill>
                  <a:schemeClr val="bg1"/>
                </a:solidFill>
              </a:rPr>
              <a:t> </a:t>
            </a:r>
            <a:r>
              <a:rPr lang="en-ID" sz="1500" dirty="0" err="1">
                <a:solidFill>
                  <a:schemeClr val="bg1"/>
                </a:solidFill>
              </a:rPr>
              <a:t>meningkatkan</a:t>
            </a:r>
            <a:r>
              <a:rPr lang="en-ID" sz="1500" dirty="0">
                <a:solidFill>
                  <a:schemeClr val="bg1"/>
                </a:solidFill>
              </a:rPr>
              <a:t> </a:t>
            </a:r>
            <a:r>
              <a:rPr lang="en-ID" sz="1500" dirty="0" err="1">
                <a:solidFill>
                  <a:schemeClr val="bg1"/>
                </a:solidFill>
              </a:rPr>
              <a:t>kapasitas</a:t>
            </a:r>
            <a:r>
              <a:rPr lang="en-ID" sz="1500" dirty="0">
                <a:solidFill>
                  <a:schemeClr val="bg1"/>
                </a:solidFill>
              </a:rPr>
              <a:t> internet di </a:t>
            </a:r>
            <a:r>
              <a:rPr lang="en-ID" sz="1500" dirty="0" err="1">
                <a:solidFill>
                  <a:schemeClr val="bg1"/>
                </a:solidFill>
              </a:rPr>
              <a:t>seluruh</a:t>
            </a:r>
            <a:r>
              <a:rPr lang="en-ID" sz="1500" dirty="0">
                <a:solidFill>
                  <a:schemeClr val="bg1"/>
                </a:solidFill>
              </a:rPr>
              <a:t> Indonesia, </a:t>
            </a:r>
            <a:r>
              <a:rPr lang="en-ID" sz="1500" dirty="0" err="1">
                <a:solidFill>
                  <a:schemeClr val="bg1"/>
                </a:solidFill>
              </a:rPr>
              <a:t>termasuk</a:t>
            </a:r>
            <a:r>
              <a:rPr lang="en-ID" sz="1500" dirty="0">
                <a:solidFill>
                  <a:schemeClr val="bg1"/>
                </a:solidFill>
              </a:rPr>
              <a:t> </a:t>
            </a:r>
            <a:r>
              <a:rPr lang="en-ID" sz="1500" dirty="0" err="1">
                <a:solidFill>
                  <a:schemeClr val="bg1"/>
                </a:solidFill>
              </a:rPr>
              <a:t>untuk</a:t>
            </a:r>
            <a:r>
              <a:rPr lang="en-ID" sz="1500" dirty="0">
                <a:solidFill>
                  <a:schemeClr val="bg1"/>
                </a:solidFill>
              </a:rPr>
              <a:t> </a:t>
            </a:r>
            <a:r>
              <a:rPr lang="en-ID" sz="1500" dirty="0" err="1">
                <a:solidFill>
                  <a:schemeClr val="bg1"/>
                </a:solidFill>
              </a:rPr>
              <a:t>layanan</a:t>
            </a:r>
            <a:r>
              <a:rPr lang="en-ID" sz="1500" dirty="0">
                <a:solidFill>
                  <a:schemeClr val="bg1"/>
                </a:solidFill>
              </a:rPr>
              <a:t> broadband di </a:t>
            </a:r>
            <a:r>
              <a:rPr lang="en-ID" sz="1500" dirty="0" err="1">
                <a:solidFill>
                  <a:schemeClr val="bg1"/>
                </a:solidFill>
              </a:rPr>
              <a:t>daerah</a:t>
            </a:r>
            <a:r>
              <a:rPr lang="en-ID" sz="1500" dirty="0">
                <a:solidFill>
                  <a:schemeClr val="bg1"/>
                </a:solidFill>
              </a:rPr>
              <a:t> </a:t>
            </a:r>
            <a:r>
              <a:rPr lang="en-ID" sz="1500" dirty="0" err="1">
                <a:solidFill>
                  <a:schemeClr val="bg1"/>
                </a:solidFill>
              </a:rPr>
              <a:t>terpencil</a:t>
            </a:r>
            <a:r>
              <a:rPr lang="en-ID" sz="1500" dirty="0">
                <a:solidFill>
                  <a:schemeClr val="bg1"/>
                </a:solidFill>
              </a:rPr>
              <a:t>. Satria-1 </a:t>
            </a:r>
            <a:r>
              <a:rPr lang="en-ID" sz="1500" dirty="0" err="1">
                <a:solidFill>
                  <a:schemeClr val="bg1"/>
                </a:solidFill>
              </a:rPr>
              <a:t>bertujuan</a:t>
            </a:r>
            <a:r>
              <a:rPr lang="en-ID" sz="1500" dirty="0">
                <a:solidFill>
                  <a:schemeClr val="bg1"/>
                </a:solidFill>
              </a:rPr>
              <a:t> </a:t>
            </a:r>
            <a:r>
              <a:rPr lang="en-ID" sz="1500" dirty="0" err="1">
                <a:solidFill>
                  <a:schemeClr val="bg1"/>
                </a:solidFill>
              </a:rPr>
              <a:t>mendukung</a:t>
            </a:r>
            <a:r>
              <a:rPr lang="en-ID" sz="1500" dirty="0">
                <a:solidFill>
                  <a:schemeClr val="bg1"/>
                </a:solidFill>
              </a:rPr>
              <a:t> </a:t>
            </a:r>
            <a:r>
              <a:rPr lang="en-ID" sz="1500" dirty="0" err="1">
                <a:solidFill>
                  <a:schemeClr val="bg1"/>
                </a:solidFill>
              </a:rPr>
              <a:t>pemerataan</a:t>
            </a:r>
            <a:r>
              <a:rPr lang="en-ID" sz="1500" dirty="0">
                <a:solidFill>
                  <a:schemeClr val="bg1"/>
                </a:solidFill>
              </a:rPr>
              <a:t> </a:t>
            </a:r>
            <a:r>
              <a:rPr lang="en-ID" sz="1500" dirty="0" err="1">
                <a:solidFill>
                  <a:schemeClr val="bg1"/>
                </a:solidFill>
              </a:rPr>
              <a:t>akses</a:t>
            </a:r>
            <a:r>
              <a:rPr lang="en-ID" sz="1500" dirty="0">
                <a:solidFill>
                  <a:schemeClr val="bg1"/>
                </a:solidFill>
              </a:rPr>
              <a:t> internet di wilayah 3T (</a:t>
            </a:r>
            <a:r>
              <a:rPr lang="en-ID" sz="1500" dirty="0" err="1">
                <a:solidFill>
                  <a:schemeClr val="bg1"/>
                </a:solidFill>
              </a:rPr>
              <a:t>terdepan</a:t>
            </a:r>
            <a:r>
              <a:rPr lang="en-ID" sz="1500" dirty="0">
                <a:solidFill>
                  <a:schemeClr val="bg1"/>
                </a:solidFill>
              </a:rPr>
              <a:t>, </a:t>
            </a:r>
            <a:r>
              <a:rPr lang="en-ID" sz="1500" dirty="0" err="1">
                <a:solidFill>
                  <a:schemeClr val="bg1"/>
                </a:solidFill>
              </a:rPr>
              <a:t>terluar</a:t>
            </a:r>
            <a:r>
              <a:rPr lang="en-ID" sz="1500" dirty="0">
                <a:solidFill>
                  <a:schemeClr val="bg1"/>
                </a:solidFill>
              </a:rPr>
              <a:t>, </a:t>
            </a:r>
            <a:r>
              <a:rPr lang="en-ID" sz="1500" dirty="0" err="1">
                <a:solidFill>
                  <a:schemeClr val="bg1"/>
                </a:solidFill>
              </a:rPr>
              <a:t>tertinggal</a:t>
            </a:r>
            <a:r>
              <a:rPr lang="en-ID" sz="1500" dirty="0">
                <a:solidFill>
                  <a:schemeClr val="bg1"/>
                </a:solidFill>
              </a:rPr>
              <a:t>).</a:t>
            </a:r>
          </a:p>
          <a:p>
            <a:pPr lvl="1" algn="just"/>
            <a:endParaRPr lang="en-ID" sz="1500" dirty="0">
              <a:solidFill>
                <a:schemeClr val="bg1"/>
              </a:solidFill>
            </a:endParaRPr>
          </a:p>
          <a:p>
            <a:pPr algn="just">
              <a:buFont typeface="+mj-lt"/>
              <a:buAutoNum type="arabicPeriod"/>
            </a:pPr>
            <a:r>
              <a:rPr lang="en-ID" sz="1500" b="1" dirty="0">
                <a:solidFill>
                  <a:schemeClr val="bg1"/>
                </a:solidFill>
              </a:rPr>
              <a:t>LAPAN-A2</a:t>
            </a:r>
            <a:endParaRPr lang="en-ID" sz="1500" dirty="0">
              <a:solidFill>
                <a:schemeClr val="bg1"/>
              </a:solidFill>
            </a:endParaRPr>
          </a:p>
          <a:p>
            <a:pPr lvl="1" algn="just"/>
            <a:r>
              <a:rPr lang="en-ID" sz="1500" b="1" dirty="0" err="1">
                <a:solidFill>
                  <a:schemeClr val="bg1"/>
                </a:solidFill>
              </a:rPr>
              <a:t>Manfaat</a:t>
            </a:r>
            <a:r>
              <a:rPr lang="en-ID" sz="1500" b="1" dirty="0">
                <a:solidFill>
                  <a:schemeClr val="bg1"/>
                </a:solidFill>
              </a:rPr>
              <a:t>:</a:t>
            </a:r>
            <a:r>
              <a:rPr lang="en-ID" sz="1500" dirty="0">
                <a:solidFill>
                  <a:schemeClr val="bg1"/>
                </a:solidFill>
              </a:rPr>
              <a:t> </a:t>
            </a:r>
            <a:r>
              <a:rPr lang="en-ID" sz="1500" dirty="0" err="1">
                <a:solidFill>
                  <a:schemeClr val="bg1"/>
                </a:solidFill>
              </a:rPr>
              <a:t>Satelit</a:t>
            </a:r>
            <a:r>
              <a:rPr lang="en-ID" sz="1500" dirty="0">
                <a:solidFill>
                  <a:schemeClr val="bg1"/>
                </a:solidFill>
              </a:rPr>
              <a:t> </a:t>
            </a:r>
            <a:r>
              <a:rPr lang="en-ID" sz="1500" dirty="0" err="1">
                <a:solidFill>
                  <a:schemeClr val="bg1"/>
                </a:solidFill>
              </a:rPr>
              <a:t>riset</a:t>
            </a:r>
            <a:r>
              <a:rPr lang="en-ID" sz="1500" dirty="0">
                <a:solidFill>
                  <a:schemeClr val="bg1"/>
                </a:solidFill>
              </a:rPr>
              <a:t> yang </a:t>
            </a:r>
            <a:r>
              <a:rPr lang="en-ID" sz="1500" dirty="0" err="1">
                <a:solidFill>
                  <a:schemeClr val="bg1"/>
                </a:solidFill>
              </a:rPr>
              <a:t>digunakan</a:t>
            </a:r>
            <a:r>
              <a:rPr lang="en-ID" sz="1500" dirty="0">
                <a:solidFill>
                  <a:schemeClr val="bg1"/>
                </a:solidFill>
              </a:rPr>
              <a:t> oleh LAPAN (Lembaga </a:t>
            </a:r>
            <a:r>
              <a:rPr lang="en-ID" sz="1500" dirty="0" err="1">
                <a:solidFill>
                  <a:schemeClr val="bg1"/>
                </a:solidFill>
              </a:rPr>
              <a:t>Penerbangan</a:t>
            </a:r>
            <a:r>
              <a:rPr lang="en-ID" sz="1500" dirty="0">
                <a:solidFill>
                  <a:schemeClr val="bg1"/>
                </a:solidFill>
              </a:rPr>
              <a:t> dan Antariksa Nasional) </a:t>
            </a:r>
            <a:r>
              <a:rPr lang="en-ID" sz="1500" dirty="0" err="1">
                <a:solidFill>
                  <a:schemeClr val="bg1"/>
                </a:solidFill>
              </a:rPr>
              <a:t>untuk</a:t>
            </a:r>
            <a:r>
              <a:rPr lang="en-ID" sz="1500" dirty="0">
                <a:solidFill>
                  <a:schemeClr val="bg1"/>
                </a:solidFill>
              </a:rPr>
              <a:t> </a:t>
            </a:r>
            <a:r>
              <a:rPr lang="en-ID" sz="1500" dirty="0" err="1">
                <a:solidFill>
                  <a:schemeClr val="bg1"/>
                </a:solidFill>
              </a:rPr>
              <a:t>memantau</a:t>
            </a:r>
            <a:r>
              <a:rPr lang="en-ID" sz="1500" dirty="0">
                <a:solidFill>
                  <a:schemeClr val="bg1"/>
                </a:solidFill>
              </a:rPr>
              <a:t> </a:t>
            </a:r>
            <a:r>
              <a:rPr lang="en-ID" sz="1500" dirty="0" err="1">
                <a:solidFill>
                  <a:schemeClr val="bg1"/>
                </a:solidFill>
              </a:rPr>
              <a:t>cuaca</a:t>
            </a:r>
            <a:r>
              <a:rPr lang="en-ID" sz="1500" dirty="0">
                <a:solidFill>
                  <a:schemeClr val="bg1"/>
                </a:solidFill>
              </a:rPr>
              <a:t>, </a:t>
            </a:r>
            <a:r>
              <a:rPr lang="en-ID" sz="1500" dirty="0" err="1">
                <a:solidFill>
                  <a:schemeClr val="bg1"/>
                </a:solidFill>
              </a:rPr>
              <a:t>iklim</a:t>
            </a:r>
            <a:r>
              <a:rPr lang="en-ID" sz="1500" dirty="0">
                <a:solidFill>
                  <a:schemeClr val="bg1"/>
                </a:solidFill>
              </a:rPr>
              <a:t>, dan </a:t>
            </a:r>
            <a:r>
              <a:rPr lang="en-ID" sz="1500" dirty="0" err="1">
                <a:solidFill>
                  <a:schemeClr val="bg1"/>
                </a:solidFill>
              </a:rPr>
              <a:t>potensi</a:t>
            </a:r>
            <a:r>
              <a:rPr lang="en-ID" sz="1500" dirty="0">
                <a:solidFill>
                  <a:schemeClr val="bg1"/>
                </a:solidFill>
              </a:rPr>
              <a:t> </a:t>
            </a:r>
            <a:r>
              <a:rPr lang="en-ID" sz="1500" dirty="0" err="1">
                <a:solidFill>
                  <a:schemeClr val="bg1"/>
                </a:solidFill>
              </a:rPr>
              <a:t>bencana</a:t>
            </a:r>
            <a:r>
              <a:rPr lang="en-ID" sz="1500" dirty="0">
                <a:solidFill>
                  <a:schemeClr val="bg1"/>
                </a:solidFill>
              </a:rPr>
              <a:t> </a:t>
            </a:r>
            <a:r>
              <a:rPr lang="en-ID" sz="1500" dirty="0" err="1">
                <a:solidFill>
                  <a:schemeClr val="bg1"/>
                </a:solidFill>
              </a:rPr>
              <a:t>alam</a:t>
            </a:r>
            <a:r>
              <a:rPr lang="en-ID" sz="1500" dirty="0">
                <a:solidFill>
                  <a:schemeClr val="bg1"/>
                </a:solidFill>
              </a:rPr>
              <a:t>, </a:t>
            </a:r>
            <a:r>
              <a:rPr lang="en-ID" sz="1500" dirty="0" err="1">
                <a:solidFill>
                  <a:schemeClr val="bg1"/>
                </a:solidFill>
              </a:rPr>
              <a:t>serta</a:t>
            </a:r>
            <a:r>
              <a:rPr lang="en-ID" sz="1500" dirty="0">
                <a:solidFill>
                  <a:schemeClr val="bg1"/>
                </a:solidFill>
              </a:rPr>
              <a:t> </a:t>
            </a:r>
            <a:r>
              <a:rPr lang="en-ID" sz="1500" dirty="0" err="1">
                <a:solidFill>
                  <a:schemeClr val="bg1"/>
                </a:solidFill>
              </a:rPr>
              <a:t>membantu</a:t>
            </a:r>
            <a:r>
              <a:rPr lang="en-ID" sz="1500" dirty="0">
                <a:solidFill>
                  <a:schemeClr val="bg1"/>
                </a:solidFill>
              </a:rPr>
              <a:t> </a:t>
            </a:r>
            <a:r>
              <a:rPr lang="en-ID" sz="1500" dirty="0" err="1">
                <a:solidFill>
                  <a:schemeClr val="bg1"/>
                </a:solidFill>
              </a:rPr>
              <a:t>dalam</a:t>
            </a:r>
            <a:r>
              <a:rPr lang="en-ID" sz="1500" dirty="0">
                <a:solidFill>
                  <a:schemeClr val="bg1"/>
                </a:solidFill>
              </a:rPr>
              <a:t> </a:t>
            </a:r>
            <a:r>
              <a:rPr lang="en-ID" sz="1500" dirty="0" err="1">
                <a:solidFill>
                  <a:schemeClr val="bg1"/>
                </a:solidFill>
              </a:rPr>
              <a:t>pengembangan</a:t>
            </a:r>
            <a:r>
              <a:rPr lang="en-ID" sz="1500" dirty="0">
                <a:solidFill>
                  <a:schemeClr val="bg1"/>
                </a:solidFill>
              </a:rPr>
              <a:t> </a:t>
            </a:r>
            <a:r>
              <a:rPr lang="en-ID" sz="1500" dirty="0" err="1">
                <a:solidFill>
                  <a:schemeClr val="bg1"/>
                </a:solidFill>
              </a:rPr>
              <a:t>teknologi</a:t>
            </a:r>
            <a:r>
              <a:rPr lang="en-ID" sz="1500" dirty="0">
                <a:solidFill>
                  <a:schemeClr val="bg1"/>
                </a:solidFill>
              </a:rPr>
              <a:t> </a:t>
            </a:r>
            <a:r>
              <a:rPr lang="en-ID" sz="1500" dirty="0" err="1">
                <a:solidFill>
                  <a:schemeClr val="bg1"/>
                </a:solidFill>
              </a:rPr>
              <a:t>ruang</a:t>
            </a:r>
            <a:r>
              <a:rPr lang="en-ID" sz="1500" dirty="0">
                <a:solidFill>
                  <a:schemeClr val="bg1"/>
                </a:solidFill>
              </a:rPr>
              <a:t> </a:t>
            </a:r>
            <a:r>
              <a:rPr lang="en-ID" sz="1500" dirty="0" err="1">
                <a:solidFill>
                  <a:schemeClr val="bg1"/>
                </a:solidFill>
              </a:rPr>
              <a:t>angkasa</a:t>
            </a:r>
            <a:r>
              <a:rPr lang="en-ID" sz="1500" dirty="0">
                <a:solidFill>
                  <a:schemeClr val="bg1"/>
                </a:solidFill>
              </a:rPr>
              <a:t>.</a:t>
            </a:r>
          </a:p>
          <a:p>
            <a:pPr algn="just">
              <a:buFont typeface="+mj-lt"/>
              <a:buAutoNum type="arabicPeriod"/>
            </a:pPr>
            <a:r>
              <a:rPr lang="en-ID" sz="1500" b="1" dirty="0">
                <a:solidFill>
                  <a:schemeClr val="bg1"/>
                </a:solidFill>
              </a:rPr>
              <a:t>Mightysat-1</a:t>
            </a:r>
            <a:endParaRPr lang="en-ID" sz="1500" dirty="0">
              <a:solidFill>
                <a:schemeClr val="bg1"/>
              </a:solidFill>
            </a:endParaRPr>
          </a:p>
          <a:p>
            <a:pPr lvl="1" algn="just"/>
            <a:r>
              <a:rPr lang="en-ID" sz="1500" b="1" dirty="0" err="1">
                <a:solidFill>
                  <a:schemeClr val="bg1"/>
                </a:solidFill>
              </a:rPr>
              <a:t>Manfaat</a:t>
            </a:r>
            <a:r>
              <a:rPr lang="en-ID" sz="1500" b="1" dirty="0">
                <a:solidFill>
                  <a:schemeClr val="bg1"/>
                </a:solidFill>
              </a:rPr>
              <a:t>:</a:t>
            </a:r>
            <a:r>
              <a:rPr lang="en-ID" sz="1500" dirty="0">
                <a:solidFill>
                  <a:schemeClr val="bg1"/>
                </a:solidFill>
              </a:rPr>
              <a:t> </a:t>
            </a:r>
            <a:r>
              <a:rPr lang="en-ID" sz="1500" dirty="0" err="1">
                <a:solidFill>
                  <a:schemeClr val="bg1"/>
                </a:solidFill>
              </a:rPr>
              <a:t>Satelit</a:t>
            </a:r>
            <a:r>
              <a:rPr lang="en-ID" sz="1500" dirty="0">
                <a:solidFill>
                  <a:schemeClr val="bg1"/>
                </a:solidFill>
              </a:rPr>
              <a:t> yang </a:t>
            </a:r>
            <a:r>
              <a:rPr lang="en-ID" sz="1500" dirty="0" err="1">
                <a:solidFill>
                  <a:schemeClr val="bg1"/>
                </a:solidFill>
              </a:rPr>
              <a:t>dikembangkan</a:t>
            </a:r>
            <a:r>
              <a:rPr lang="en-ID" sz="1500" dirty="0">
                <a:solidFill>
                  <a:schemeClr val="bg1"/>
                </a:solidFill>
              </a:rPr>
              <a:t> oleh Indonesia </a:t>
            </a:r>
            <a:r>
              <a:rPr lang="en-ID" sz="1500" dirty="0" err="1">
                <a:solidFill>
                  <a:schemeClr val="bg1"/>
                </a:solidFill>
              </a:rPr>
              <a:t>untuk</a:t>
            </a:r>
            <a:r>
              <a:rPr lang="en-ID" sz="1500" dirty="0">
                <a:solidFill>
                  <a:schemeClr val="bg1"/>
                </a:solidFill>
              </a:rPr>
              <a:t> </a:t>
            </a:r>
            <a:r>
              <a:rPr lang="en-ID" sz="1500" dirty="0" err="1">
                <a:solidFill>
                  <a:schemeClr val="bg1"/>
                </a:solidFill>
              </a:rPr>
              <a:t>penelitian</a:t>
            </a:r>
            <a:r>
              <a:rPr lang="en-ID" sz="1500" dirty="0">
                <a:solidFill>
                  <a:schemeClr val="bg1"/>
                </a:solidFill>
              </a:rPr>
              <a:t> dan </a:t>
            </a:r>
            <a:r>
              <a:rPr lang="en-ID" sz="1500" dirty="0" err="1">
                <a:solidFill>
                  <a:schemeClr val="bg1"/>
                </a:solidFill>
              </a:rPr>
              <a:t>aplikasi</a:t>
            </a:r>
            <a:r>
              <a:rPr lang="en-ID" sz="1500" dirty="0">
                <a:solidFill>
                  <a:schemeClr val="bg1"/>
                </a:solidFill>
              </a:rPr>
              <a:t> </a:t>
            </a:r>
            <a:r>
              <a:rPr lang="en-ID" sz="1500" dirty="0" err="1">
                <a:solidFill>
                  <a:schemeClr val="bg1"/>
                </a:solidFill>
              </a:rPr>
              <a:t>teknologi</a:t>
            </a:r>
            <a:r>
              <a:rPr lang="en-ID" sz="1500" dirty="0">
                <a:solidFill>
                  <a:schemeClr val="bg1"/>
                </a:solidFill>
              </a:rPr>
              <a:t> </a:t>
            </a:r>
            <a:r>
              <a:rPr lang="en-ID" sz="1500" dirty="0" err="1">
                <a:solidFill>
                  <a:schemeClr val="bg1"/>
                </a:solidFill>
              </a:rPr>
              <a:t>satelit</a:t>
            </a:r>
            <a:r>
              <a:rPr lang="en-ID" sz="1500" dirty="0">
                <a:solidFill>
                  <a:schemeClr val="bg1"/>
                </a:solidFill>
              </a:rPr>
              <a:t> yang </a:t>
            </a:r>
            <a:r>
              <a:rPr lang="en-ID" sz="1500" dirty="0" err="1">
                <a:solidFill>
                  <a:schemeClr val="bg1"/>
                </a:solidFill>
              </a:rPr>
              <a:t>mendukung</a:t>
            </a:r>
            <a:r>
              <a:rPr lang="en-ID" sz="1500" dirty="0">
                <a:solidFill>
                  <a:schemeClr val="bg1"/>
                </a:solidFill>
              </a:rPr>
              <a:t> </a:t>
            </a:r>
            <a:r>
              <a:rPr lang="en-ID" sz="1500" dirty="0" err="1">
                <a:solidFill>
                  <a:schemeClr val="bg1"/>
                </a:solidFill>
              </a:rPr>
              <a:t>pendidikan</a:t>
            </a:r>
            <a:r>
              <a:rPr lang="en-ID" sz="1500" dirty="0">
                <a:solidFill>
                  <a:schemeClr val="bg1"/>
                </a:solidFill>
              </a:rPr>
              <a:t>, </a:t>
            </a:r>
            <a:r>
              <a:rPr lang="en-ID" sz="1500" dirty="0" err="1">
                <a:solidFill>
                  <a:schemeClr val="bg1"/>
                </a:solidFill>
              </a:rPr>
              <a:t>riset</a:t>
            </a:r>
            <a:r>
              <a:rPr lang="en-ID" sz="1500" dirty="0">
                <a:solidFill>
                  <a:schemeClr val="bg1"/>
                </a:solidFill>
              </a:rPr>
              <a:t>, </a:t>
            </a:r>
            <a:r>
              <a:rPr lang="en-ID" sz="1500" dirty="0" err="1">
                <a:solidFill>
                  <a:schemeClr val="bg1"/>
                </a:solidFill>
              </a:rPr>
              <a:t>serta</a:t>
            </a:r>
            <a:r>
              <a:rPr lang="en-ID" sz="1500" dirty="0">
                <a:solidFill>
                  <a:schemeClr val="bg1"/>
                </a:solidFill>
              </a:rPr>
              <a:t> </a:t>
            </a:r>
            <a:r>
              <a:rPr lang="en-ID" sz="1500" dirty="0" err="1">
                <a:solidFill>
                  <a:schemeClr val="bg1"/>
                </a:solidFill>
              </a:rPr>
              <a:t>inovasi</a:t>
            </a:r>
            <a:r>
              <a:rPr lang="en-ID" sz="1500" dirty="0">
                <a:solidFill>
                  <a:schemeClr val="bg1"/>
                </a:solidFill>
              </a:rPr>
              <a:t> </a:t>
            </a:r>
            <a:r>
              <a:rPr lang="en-ID" sz="1500" dirty="0" err="1">
                <a:solidFill>
                  <a:schemeClr val="bg1"/>
                </a:solidFill>
              </a:rPr>
              <a:t>dalam</a:t>
            </a:r>
            <a:r>
              <a:rPr lang="en-ID" sz="1500" dirty="0">
                <a:solidFill>
                  <a:schemeClr val="bg1"/>
                </a:solidFill>
              </a:rPr>
              <a:t> </a:t>
            </a:r>
            <a:r>
              <a:rPr lang="en-ID" sz="1500" dirty="0" err="1">
                <a:solidFill>
                  <a:schemeClr val="bg1"/>
                </a:solidFill>
              </a:rPr>
              <a:t>penginderaan</a:t>
            </a:r>
            <a:r>
              <a:rPr lang="en-ID" sz="1500" dirty="0">
                <a:solidFill>
                  <a:schemeClr val="bg1"/>
                </a:solidFill>
              </a:rPr>
              <a:t> </a:t>
            </a:r>
            <a:r>
              <a:rPr lang="en-ID" sz="1500" dirty="0" err="1">
                <a:solidFill>
                  <a:schemeClr val="bg1"/>
                </a:solidFill>
              </a:rPr>
              <a:t>jauh</a:t>
            </a:r>
            <a:r>
              <a:rPr lang="en-ID" sz="1500" dirty="0">
                <a:solidFill>
                  <a:schemeClr val="bg1"/>
                </a:solidFill>
              </a:rPr>
              <a:t>.</a:t>
            </a:r>
          </a:p>
          <a:p>
            <a:pPr lvl="1" algn="just"/>
            <a:endParaRPr lang="en-ID" sz="1500" dirty="0">
              <a:solidFill>
                <a:schemeClr val="bg1"/>
              </a:solidFill>
            </a:endParaRPr>
          </a:p>
          <a:p>
            <a:pPr algn="just"/>
            <a:r>
              <a:rPr lang="en-ID" sz="1500" dirty="0" err="1">
                <a:solidFill>
                  <a:schemeClr val="bg1"/>
                </a:solidFill>
              </a:rPr>
              <a:t>Satelit-satelit</a:t>
            </a:r>
            <a:r>
              <a:rPr lang="en-ID" sz="1500" dirty="0">
                <a:solidFill>
                  <a:schemeClr val="bg1"/>
                </a:solidFill>
              </a:rPr>
              <a:t> </a:t>
            </a:r>
            <a:r>
              <a:rPr lang="en-ID" sz="1500" dirty="0" err="1">
                <a:solidFill>
                  <a:schemeClr val="bg1"/>
                </a:solidFill>
              </a:rPr>
              <a:t>ini</a:t>
            </a:r>
            <a:r>
              <a:rPr lang="en-ID" sz="1500" dirty="0">
                <a:solidFill>
                  <a:schemeClr val="bg1"/>
                </a:solidFill>
              </a:rPr>
              <a:t> </a:t>
            </a:r>
            <a:r>
              <a:rPr lang="en-ID" sz="1500" dirty="0" err="1">
                <a:solidFill>
                  <a:schemeClr val="bg1"/>
                </a:solidFill>
              </a:rPr>
              <a:t>berperan</a:t>
            </a:r>
            <a:r>
              <a:rPr lang="en-ID" sz="1500" dirty="0">
                <a:solidFill>
                  <a:schemeClr val="bg1"/>
                </a:solidFill>
              </a:rPr>
              <a:t> </a:t>
            </a:r>
            <a:r>
              <a:rPr lang="en-ID" sz="1500" dirty="0" err="1">
                <a:solidFill>
                  <a:schemeClr val="bg1"/>
                </a:solidFill>
              </a:rPr>
              <a:t>penting</a:t>
            </a:r>
            <a:r>
              <a:rPr lang="en-ID" sz="1500" dirty="0">
                <a:solidFill>
                  <a:schemeClr val="bg1"/>
                </a:solidFill>
              </a:rPr>
              <a:t> </a:t>
            </a:r>
            <a:r>
              <a:rPr lang="en-ID" sz="1500" dirty="0" err="1">
                <a:solidFill>
                  <a:schemeClr val="bg1"/>
                </a:solidFill>
              </a:rPr>
              <a:t>dalam</a:t>
            </a:r>
            <a:r>
              <a:rPr lang="en-ID" sz="1500" dirty="0">
                <a:solidFill>
                  <a:schemeClr val="bg1"/>
                </a:solidFill>
              </a:rPr>
              <a:t> </a:t>
            </a:r>
            <a:r>
              <a:rPr lang="en-ID" sz="1500" dirty="0" err="1">
                <a:solidFill>
                  <a:schemeClr val="bg1"/>
                </a:solidFill>
              </a:rPr>
              <a:t>memperkuat</a:t>
            </a:r>
            <a:r>
              <a:rPr lang="en-ID" sz="1500" dirty="0">
                <a:solidFill>
                  <a:schemeClr val="bg1"/>
                </a:solidFill>
              </a:rPr>
              <a:t> </a:t>
            </a:r>
            <a:r>
              <a:rPr lang="en-ID" sz="1500" dirty="0" err="1">
                <a:solidFill>
                  <a:schemeClr val="bg1"/>
                </a:solidFill>
              </a:rPr>
              <a:t>infrastruktur</a:t>
            </a:r>
            <a:r>
              <a:rPr lang="en-ID" sz="1500" dirty="0">
                <a:solidFill>
                  <a:schemeClr val="bg1"/>
                </a:solidFill>
              </a:rPr>
              <a:t> </a:t>
            </a:r>
            <a:r>
              <a:rPr lang="en-ID" sz="1500" dirty="0" err="1">
                <a:solidFill>
                  <a:schemeClr val="bg1"/>
                </a:solidFill>
              </a:rPr>
              <a:t>telekomunikasi</a:t>
            </a:r>
            <a:r>
              <a:rPr lang="en-ID" sz="1500" dirty="0">
                <a:solidFill>
                  <a:schemeClr val="bg1"/>
                </a:solidFill>
              </a:rPr>
              <a:t>, </a:t>
            </a:r>
            <a:r>
              <a:rPr lang="en-ID" sz="1500" dirty="0" err="1">
                <a:solidFill>
                  <a:schemeClr val="bg1"/>
                </a:solidFill>
              </a:rPr>
              <a:t>komunikasi</a:t>
            </a:r>
            <a:r>
              <a:rPr lang="en-ID" sz="1500" dirty="0">
                <a:solidFill>
                  <a:schemeClr val="bg1"/>
                </a:solidFill>
              </a:rPr>
              <a:t> data, </a:t>
            </a:r>
            <a:r>
              <a:rPr lang="en-ID" sz="1500" dirty="0" err="1">
                <a:solidFill>
                  <a:schemeClr val="bg1"/>
                </a:solidFill>
              </a:rPr>
              <a:t>siaran</a:t>
            </a:r>
            <a:r>
              <a:rPr lang="en-ID" sz="1500" dirty="0">
                <a:solidFill>
                  <a:schemeClr val="bg1"/>
                </a:solidFill>
              </a:rPr>
              <a:t> </a:t>
            </a:r>
            <a:r>
              <a:rPr lang="en-ID" sz="1500" dirty="0" err="1">
                <a:solidFill>
                  <a:schemeClr val="bg1"/>
                </a:solidFill>
              </a:rPr>
              <a:t>televisi</a:t>
            </a:r>
            <a:r>
              <a:rPr lang="en-ID" sz="1500" dirty="0">
                <a:solidFill>
                  <a:schemeClr val="bg1"/>
                </a:solidFill>
              </a:rPr>
              <a:t>, </a:t>
            </a:r>
            <a:r>
              <a:rPr lang="en-ID" sz="1500" dirty="0" err="1">
                <a:solidFill>
                  <a:schemeClr val="bg1"/>
                </a:solidFill>
              </a:rPr>
              <a:t>serta</a:t>
            </a:r>
            <a:r>
              <a:rPr lang="en-ID" sz="1500" dirty="0">
                <a:solidFill>
                  <a:schemeClr val="bg1"/>
                </a:solidFill>
              </a:rPr>
              <a:t> </a:t>
            </a:r>
            <a:r>
              <a:rPr lang="en-ID" sz="1500" dirty="0" err="1">
                <a:solidFill>
                  <a:schemeClr val="bg1"/>
                </a:solidFill>
              </a:rPr>
              <a:t>riset</a:t>
            </a:r>
            <a:r>
              <a:rPr lang="en-ID" sz="1500" dirty="0">
                <a:solidFill>
                  <a:schemeClr val="bg1"/>
                </a:solidFill>
              </a:rPr>
              <a:t> </a:t>
            </a:r>
            <a:r>
              <a:rPr lang="en-ID" sz="1500" dirty="0" err="1">
                <a:solidFill>
                  <a:schemeClr val="bg1"/>
                </a:solidFill>
              </a:rPr>
              <a:t>ilmiah</a:t>
            </a:r>
            <a:r>
              <a:rPr lang="en-ID" sz="1500" dirty="0">
                <a:solidFill>
                  <a:schemeClr val="bg1"/>
                </a:solidFill>
              </a:rPr>
              <a:t>, </a:t>
            </a:r>
            <a:r>
              <a:rPr lang="en-ID" sz="1500" dirty="0" err="1">
                <a:solidFill>
                  <a:schemeClr val="bg1"/>
                </a:solidFill>
              </a:rPr>
              <a:t>mendukung</a:t>
            </a:r>
            <a:r>
              <a:rPr lang="en-ID" sz="1500" dirty="0">
                <a:solidFill>
                  <a:schemeClr val="bg1"/>
                </a:solidFill>
              </a:rPr>
              <a:t> </a:t>
            </a:r>
            <a:r>
              <a:rPr lang="en-ID" sz="1500" dirty="0" err="1">
                <a:solidFill>
                  <a:schemeClr val="bg1"/>
                </a:solidFill>
              </a:rPr>
              <a:t>pemerataan</a:t>
            </a:r>
            <a:r>
              <a:rPr lang="en-ID" sz="1500" dirty="0">
                <a:solidFill>
                  <a:schemeClr val="bg1"/>
                </a:solidFill>
              </a:rPr>
              <a:t> </a:t>
            </a:r>
            <a:r>
              <a:rPr lang="en-ID" sz="1500" dirty="0" err="1">
                <a:solidFill>
                  <a:schemeClr val="bg1"/>
                </a:solidFill>
              </a:rPr>
              <a:t>akses</a:t>
            </a:r>
            <a:r>
              <a:rPr lang="en-ID" sz="1500" dirty="0">
                <a:solidFill>
                  <a:schemeClr val="bg1"/>
                </a:solidFill>
              </a:rPr>
              <a:t> internet, dan </a:t>
            </a:r>
            <a:r>
              <a:rPr lang="en-ID" sz="1500" dirty="0" err="1">
                <a:solidFill>
                  <a:schemeClr val="bg1"/>
                </a:solidFill>
              </a:rPr>
              <a:t>memberikan</a:t>
            </a:r>
            <a:r>
              <a:rPr lang="en-ID" sz="1500" dirty="0">
                <a:solidFill>
                  <a:schemeClr val="bg1"/>
                </a:solidFill>
              </a:rPr>
              <a:t> </a:t>
            </a:r>
            <a:r>
              <a:rPr lang="en-ID" sz="1500" dirty="0" err="1">
                <a:solidFill>
                  <a:schemeClr val="bg1"/>
                </a:solidFill>
              </a:rPr>
              <a:t>solusi</a:t>
            </a:r>
            <a:r>
              <a:rPr lang="en-ID" sz="1500" dirty="0">
                <a:solidFill>
                  <a:schemeClr val="bg1"/>
                </a:solidFill>
              </a:rPr>
              <a:t> </a:t>
            </a:r>
            <a:r>
              <a:rPr lang="en-ID" sz="1500" dirty="0" err="1">
                <a:solidFill>
                  <a:schemeClr val="bg1"/>
                </a:solidFill>
              </a:rPr>
              <a:t>untuk</a:t>
            </a:r>
            <a:r>
              <a:rPr lang="en-ID" sz="1500" dirty="0">
                <a:solidFill>
                  <a:schemeClr val="bg1"/>
                </a:solidFill>
              </a:rPr>
              <a:t> </a:t>
            </a:r>
            <a:r>
              <a:rPr lang="en-ID" sz="1500" dirty="0" err="1">
                <a:solidFill>
                  <a:schemeClr val="bg1"/>
                </a:solidFill>
              </a:rPr>
              <a:t>kebutuhan</a:t>
            </a:r>
            <a:r>
              <a:rPr lang="en-ID" sz="1500" dirty="0">
                <a:solidFill>
                  <a:schemeClr val="bg1"/>
                </a:solidFill>
              </a:rPr>
              <a:t> </a:t>
            </a:r>
            <a:r>
              <a:rPr lang="en-ID" sz="1500" dirty="0" err="1">
                <a:solidFill>
                  <a:schemeClr val="bg1"/>
                </a:solidFill>
              </a:rPr>
              <a:t>komunikasi</a:t>
            </a:r>
            <a:r>
              <a:rPr lang="en-ID" sz="1500" dirty="0">
                <a:solidFill>
                  <a:schemeClr val="bg1"/>
                </a:solidFill>
              </a:rPr>
              <a:t> di </a:t>
            </a:r>
            <a:r>
              <a:rPr lang="en-ID" sz="1500" dirty="0" err="1">
                <a:solidFill>
                  <a:schemeClr val="bg1"/>
                </a:solidFill>
              </a:rPr>
              <a:t>daerah</a:t>
            </a:r>
            <a:r>
              <a:rPr lang="en-ID" sz="1500" dirty="0">
                <a:solidFill>
                  <a:schemeClr val="bg1"/>
                </a:solidFill>
              </a:rPr>
              <a:t> yang </a:t>
            </a:r>
            <a:r>
              <a:rPr lang="en-ID" sz="1500" dirty="0" err="1">
                <a:solidFill>
                  <a:schemeClr val="bg1"/>
                </a:solidFill>
              </a:rPr>
              <a:t>sulit</a:t>
            </a:r>
            <a:r>
              <a:rPr lang="en-ID" sz="1500" dirty="0">
                <a:solidFill>
                  <a:schemeClr val="bg1"/>
                </a:solidFill>
              </a:rPr>
              <a:t> </a:t>
            </a:r>
            <a:r>
              <a:rPr lang="en-ID" sz="1500" dirty="0" err="1">
                <a:solidFill>
                  <a:schemeClr val="bg1"/>
                </a:solidFill>
              </a:rPr>
              <a:t>dijangkau</a:t>
            </a:r>
            <a:r>
              <a:rPr lang="en-ID" sz="1500" dirty="0">
                <a:solidFill>
                  <a:schemeClr val="bg1"/>
                </a:solidFill>
              </a:rPr>
              <a:t> di Indonesia.</a:t>
            </a:r>
          </a:p>
        </p:txBody>
      </p:sp>
    </p:spTree>
    <p:extLst>
      <p:ext uri="{BB962C8B-B14F-4D97-AF65-F5344CB8AC3E}">
        <p14:creationId xmlns:p14="http://schemas.microsoft.com/office/powerpoint/2010/main" val="3555227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1140" y="606805"/>
            <a:ext cx="8855219" cy="2129917"/>
          </a:xfrm>
          <a:prstGeom prst="rect">
            <a:avLst/>
          </a:prstGeom>
        </p:spPr>
        <p:txBody>
          <a:bodyPr wrap="square" lIns="0" tIns="19685" rIns="0" bIns="0" rtlCol="0">
            <a:noAutofit/>
          </a:bodyPr>
          <a:lstStyle/>
          <a:p>
            <a:pPr marL="850290" marR="43110">
              <a:lnSpc>
                <a:spcPts val="3100"/>
              </a:lnSpc>
            </a:pPr>
            <a:r>
              <a:rPr sz="3000" spc="-6" dirty="0">
                <a:solidFill>
                  <a:schemeClr val="bg1"/>
                </a:solidFill>
                <a:latin typeface="Calibri"/>
                <a:cs typeface="Calibri"/>
              </a:rPr>
              <a:t>Contoh Prinsip </a:t>
            </a:r>
            <a:r>
              <a:rPr sz="3000" spc="-6" dirty="0" err="1">
                <a:solidFill>
                  <a:schemeClr val="bg1"/>
                </a:solidFill>
                <a:latin typeface="Calibri"/>
                <a:cs typeface="Calibri"/>
              </a:rPr>
              <a:t>kerja</a:t>
            </a:r>
            <a:r>
              <a:rPr sz="3000" spc="-6" dirty="0">
                <a:solidFill>
                  <a:schemeClr val="bg1"/>
                </a:solidFill>
                <a:latin typeface="Calibri"/>
                <a:cs typeface="Calibri"/>
              </a:rPr>
              <a:t> </a:t>
            </a:r>
            <a:r>
              <a:rPr sz="3000" spc="-6" dirty="0" err="1">
                <a:solidFill>
                  <a:schemeClr val="bg1"/>
                </a:solidFill>
                <a:latin typeface="Calibri"/>
                <a:cs typeface="Calibri"/>
              </a:rPr>
              <a:t>Satelit</a:t>
            </a:r>
            <a:endParaRPr sz="2400" dirty="0">
              <a:solidFill>
                <a:schemeClr val="bg1"/>
              </a:solidFill>
              <a:latin typeface="Calibri"/>
              <a:cs typeface="Calibri"/>
            </a:endParaRPr>
          </a:p>
        </p:txBody>
      </p:sp>
      <p:pic>
        <p:nvPicPr>
          <p:cNvPr id="1026" name="Picture 2" descr="Cara Kerja Starlink, Internet Satelit Orbit Rendah Milik Elon Musk yang  Revolusioner">
            <a:extLst>
              <a:ext uri="{FF2B5EF4-FFF2-40B4-BE49-F238E27FC236}">
                <a16:creationId xmlns:a16="http://schemas.microsoft.com/office/drawing/2014/main" id="{475CE435-8F14-0AA0-D844-2DBDBC66F7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19200"/>
            <a:ext cx="9144000" cy="53451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tarlink: Mengapa Elon Musk luncurkan ribuan satelit ke ruang angkasa? -  BBC News Indonesia">
            <a:extLst>
              <a:ext uri="{FF2B5EF4-FFF2-40B4-BE49-F238E27FC236}">
                <a16:creationId xmlns:a16="http://schemas.microsoft.com/office/drawing/2014/main" id="{37804010-1394-0E56-DF52-AF9AE286C9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 y="838200"/>
            <a:ext cx="8128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7461228"/>
      </p:ext>
    </p:extLst>
  </p:cSld>
  <p:clrMapOvr>
    <a:masterClrMapping/>
  </p:clrMapOvr>
</p:sld>
</file>

<file path=ppt/theme/theme1.xml><?xml version="1.0" encoding="utf-8"?>
<a:theme xmlns:a="http://schemas.openxmlformats.org/drawingml/2006/main" name="SDI - Templat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docProps/app.xml><?xml version="1.0" encoding="utf-8"?>
<Properties xmlns="http://schemas.openxmlformats.org/officeDocument/2006/extended-properties" xmlns:vt="http://schemas.openxmlformats.org/officeDocument/2006/docPropsVTypes">
  <Template>SDI - Template</Template>
  <TotalTime>2818</TotalTime>
  <Words>890</Words>
  <Application>Microsoft Macintosh PowerPoint</Application>
  <PresentationFormat>On-screen Show (4:3)</PresentationFormat>
  <Paragraphs>73</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Bernard MT Condensed</vt:lpstr>
      <vt:lpstr>Calibri</vt:lpstr>
      <vt:lpstr>Raleway Medium</vt:lpstr>
      <vt:lpstr>Trade Gothic LT Pro</vt:lpstr>
      <vt:lpstr>Trebuchet MS</vt:lpstr>
      <vt:lpstr>SDI -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AndiDayat</cp:lastModifiedBy>
  <cp:revision>6</cp:revision>
  <dcterms:modified xsi:type="dcterms:W3CDTF">2024-12-04T02:50:30Z</dcterms:modified>
</cp:coreProperties>
</file>